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2"/>
  </p:notesMasterIdLst>
  <p:sldIdLst>
    <p:sldId id="262" r:id="rId5"/>
    <p:sldId id="1969" r:id="rId6"/>
    <p:sldId id="1964" r:id="rId7"/>
    <p:sldId id="498" r:id="rId8"/>
    <p:sldId id="521" r:id="rId9"/>
    <p:sldId id="1916" r:id="rId10"/>
    <p:sldId id="1962" r:id="rId11"/>
    <p:sldId id="1967" r:id="rId12"/>
    <p:sldId id="1919" r:id="rId13"/>
    <p:sldId id="1968" r:id="rId14"/>
    <p:sldId id="1971" r:id="rId15"/>
    <p:sldId id="516" r:id="rId16"/>
    <p:sldId id="1970" r:id="rId17"/>
    <p:sldId id="1972" r:id="rId18"/>
    <p:sldId id="1963" r:id="rId19"/>
    <p:sldId id="1973" r:id="rId20"/>
    <p:sldId id="497" r:id="rId21"/>
    <p:sldId id="496" r:id="rId22"/>
    <p:sldId id="1974" r:id="rId23"/>
    <p:sldId id="1975" r:id="rId24"/>
    <p:sldId id="1976" r:id="rId25"/>
    <p:sldId id="1977" r:id="rId26"/>
    <p:sldId id="1978" r:id="rId27"/>
    <p:sldId id="1979" r:id="rId28"/>
    <p:sldId id="1980" r:id="rId29"/>
    <p:sldId id="1981" r:id="rId30"/>
    <p:sldId id="48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61F6"/>
    <a:srgbClr val="E77A3C"/>
    <a:srgbClr val="066BC1"/>
    <a:srgbClr val="020053"/>
    <a:srgbClr val="1331CC"/>
    <a:srgbClr val="1A2155"/>
    <a:srgbClr val="C0DAF5"/>
    <a:srgbClr val="77C6E7"/>
    <a:srgbClr val="E4F3FB"/>
    <a:srgbClr val="1134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eline Crawford" userId="S::mcrawford@kno2.com::e70325ee-1a10-4687-9e55-32b392d799e7" providerId="AD" clId="Web-{7531CE5A-ADA0-8D55-792E-AF361F58BE91}"/>
    <pc:docChg chg="delSld modSld">
      <pc:chgData name="Madeline Crawford" userId="S::mcrawford@kno2.com::e70325ee-1a10-4687-9e55-32b392d799e7" providerId="AD" clId="Web-{7531CE5A-ADA0-8D55-792E-AF361F58BE91}" dt="2023-07-18T15:26:24.612" v="40"/>
      <pc:docMkLst>
        <pc:docMk/>
      </pc:docMkLst>
      <pc:sldChg chg="modSp">
        <pc:chgData name="Madeline Crawford" userId="S::mcrawford@kno2.com::e70325ee-1a10-4687-9e55-32b392d799e7" providerId="AD" clId="Web-{7531CE5A-ADA0-8D55-792E-AF361F58BE91}" dt="2023-07-18T15:23:54.952" v="37" actId="20577"/>
        <pc:sldMkLst>
          <pc:docMk/>
          <pc:sldMk cId="3534842601" sldId="262"/>
        </pc:sldMkLst>
        <pc:spChg chg="mod">
          <ac:chgData name="Madeline Crawford" userId="S::mcrawford@kno2.com::e70325ee-1a10-4687-9e55-32b392d799e7" providerId="AD" clId="Web-{7531CE5A-ADA0-8D55-792E-AF361F58BE91}" dt="2023-07-18T15:23:50.780" v="22" actId="20577"/>
          <ac:spMkLst>
            <pc:docMk/>
            <pc:sldMk cId="3534842601" sldId="262"/>
            <ac:spMk id="2" creationId="{E02E1901-A0D2-402A-1D85-B2E3EFA90D89}"/>
          </ac:spMkLst>
        </pc:spChg>
        <pc:spChg chg="mod">
          <ac:chgData name="Madeline Crawford" userId="S::mcrawford@kno2.com::e70325ee-1a10-4687-9e55-32b392d799e7" providerId="AD" clId="Web-{7531CE5A-ADA0-8D55-792E-AF361F58BE91}" dt="2023-07-18T15:23:54.952" v="37" actId="20577"/>
          <ac:spMkLst>
            <pc:docMk/>
            <pc:sldMk cId="3534842601" sldId="262"/>
            <ac:spMk id="6" creationId="{2C732BE0-9CC1-4F5E-B1F0-39E1ED3C6357}"/>
          </ac:spMkLst>
        </pc:spChg>
      </pc:sldChg>
      <pc:sldChg chg="del">
        <pc:chgData name="Madeline Crawford" userId="S::mcrawford@kno2.com::e70325ee-1a10-4687-9e55-32b392d799e7" providerId="AD" clId="Web-{7531CE5A-ADA0-8D55-792E-AF361F58BE91}" dt="2023-07-18T15:26:24.612" v="40"/>
        <pc:sldMkLst>
          <pc:docMk/>
          <pc:sldMk cId="2805222867" sldId="495"/>
        </pc:sldMkLst>
      </pc:sldChg>
      <pc:sldChg chg="del">
        <pc:chgData name="Madeline Crawford" userId="S::mcrawford@kno2.com::e70325ee-1a10-4687-9e55-32b392d799e7" providerId="AD" clId="Web-{7531CE5A-ADA0-8D55-792E-AF361F58BE91}" dt="2023-07-18T15:26:22.800" v="39"/>
        <pc:sldMkLst>
          <pc:docMk/>
          <pc:sldMk cId="369891372" sldId="1965"/>
        </pc:sldMkLst>
      </pc:sldChg>
      <pc:sldChg chg="del">
        <pc:chgData name="Madeline Crawford" userId="S::mcrawford@kno2.com::e70325ee-1a10-4687-9e55-32b392d799e7" providerId="AD" clId="Web-{7531CE5A-ADA0-8D55-792E-AF361F58BE91}" dt="2023-07-18T15:26:21.471" v="38"/>
        <pc:sldMkLst>
          <pc:docMk/>
          <pc:sldMk cId="1515291901" sldId="1966"/>
        </pc:sldMkLst>
      </pc:sldChg>
    </pc:docChg>
  </pc:docChgLst>
  <pc:docChgLst>
    <pc:chgData name="Tabitha Mathis" userId="S::tmathis@kno2.com::cc8b17a5-17d4-4068-9c78-af1eb235e996" providerId="AD" clId="Web-{C5D5830A-B2E5-B353-583C-1D07297466CF}"/>
    <pc:docChg chg="addSld delSld modSld sldOrd">
      <pc:chgData name="Tabitha Mathis" userId="S::tmathis@kno2.com::cc8b17a5-17d4-4068-9c78-af1eb235e996" providerId="AD" clId="Web-{C5D5830A-B2E5-B353-583C-1D07297466CF}" dt="2023-07-14T12:31:20.138" v="377" actId="20577"/>
      <pc:docMkLst>
        <pc:docMk/>
      </pc:docMkLst>
      <pc:sldChg chg="modSp">
        <pc:chgData name="Tabitha Mathis" userId="S::tmathis@kno2.com::cc8b17a5-17d4-4068-9c78-af1eb235e996" providerId="AD" clId="Web-{C5D5830A-B2E5-B353-583C-1D07297466CF}" dt="2023-07-14T12:18:24.856" v="315" actId="20577"/>
        <pc:sldMkLst>
          <pc:docMk/>
          <pc:sldMk cId="3534842601" sldId="262"/>
        </pc:sldMkLst>
        <pc:spChg chg="mod">
          <ac:chgData name="Tabitha Mathis" userId="S::tmathis@kno2.com::cc8b17a5-17d4-4068-9c78-af1eb235e996" providerId="AD" clId="Web-{C5D5830A-B2E5-B353-583C-1D07297466CF}" dt="2023-07-14T11:47:04.960" v="5" actId="20577"/>
          <ac:spMkLst>
            <pc:docMk/>
            <pc:sldMk cId="3534842601" sldId="262"/>
            <ac:spMk id="2" creationId="{E02E1901-A0D2-402A-1D85-B2E3EFA90D89}"/>
          </ac:spMkLst>
        </pc:spChg>
        <pc:spChg chg="mod">
          <ac:chgData name="Tabitha Mathis" userId="S::tmathis@kno2.com::cc8b17a5-17d4-4068-9c78-af1eb235e996" providerId="AD" clId="Web-{C5D5830A-B2E5-B353-583C-1D07297466CF}" dt="2023-07-14T12:18:24.856" v="315" actId="20577"/>
          <ac:spMkLst>
            <pc:docMk/>
            <pc:sldMk cId="3534842601" sldId="262"/>
            <ac:spMk id="6" creationId="{2C732BE0-9CC1-4F5E-B1F0-39E1ED3C6357}"/>
          </ac:spMkLst>
        </pc:spChg>
      </pc:sldChg>
      <pc:sldChg chg="addSp delSp modSp add del">
        <pc:chgData name="Tabitha Mathis" userId="S::tmathis@kno2.com::cc8b17a5-17d4-4068-9c78-af1eb235e996" providerId="AD" clId="Web-{C5D5830A-B2E5-B353-583C-1D07297466CF}" dt="2023-07-14T12:23:45.001" v="344" actId="1076"/>
        <pc:sldMkLst>
          <pc:docMk/>
          <pc:sldMk cId="2805222867" sldId="495"/>
        </pc:sldMkLst>
        <pc:spChg chg="del mod">
          <ac:chgData name="Tabitha Mathis" userId="S::tmathis@kno2.com::cc8b17a5-17d4-4068-9c78-af1eb235e996" providerId="AD" clId="Web-{C5D5830A-B2E5-B353-583C-1D07297466CF}" dt="2023-07-14T11:49:52.689" v="30"/>
          <ac:spMkLst>
            <pc:docMk/>
            <pc:sldMk cId="2805222867" sldId="495"/>
            <ac:spMk id="7" creationId="{7AEF05D3-E24B-EC8E-D5B0-2BB85D157231}"/>
          </ac:spMkLst>
        </pc:spChg>
        <pc:picChg chg="add mod ord">
          <ac:chgData name="Tabitha Mathis" userId="S::tmathis@kno2.com::cc8b17a5-17d4-4068-9c78-af1eb235e996" providerId="AD" clId="Web-{C5D5830A-B2E5-B353-583C-1D07297466CF}" dt="2023-07-14T12:23:45.001" v="344" actId="1076"/>
          <ac:picMkLst>
            <pc:docMk/>
            <pc:sldMk cId="2805222867" sldId="495"/>
            <ac:picMk id="2" creationId="{A5675D1E-4366-61EC-55C2-5189881F22E2}"/>
          </ac:picMkLst>
        </pc:picChg>
      </pc:sldChg>
      <pc:sldChg chg="ord">
        <pc:chgData name="Tabitha Mathis" userId="S::tmathis@kno2.com::cc8b17a5-17d4-4068-9c78-af1eb235e996" providerId="AD" clId="Web-{C5D5830A-B2E5-B353-583C-1D07297466CF}" dt="2023-07-14T11:53:07.748" v="50"/>
        <pc:sldMkLst>
          <pc:docMk/>
          <pc:sldMk cId="3480513680" sldId="498"/>
        </pc:sldMkLst>
      </pc:sldChg>
      <pc:sldChg chg="modSp ord">
        <pc:chgData name="Tabitha Mathis" userId="S::tmathis@kno2.com::cc8b17a5-17d4-4068-9c78-af1eb235e996" providerId="AD" clId="Web-{C5D5830A-B2E5-B353-583C-1D07297466CF}" dt="2023-07-14T12:31:20.138" v="377" actId="20577"/>
        <pc:sldMkLst>
          <pc:docMk/>
          <pc:sldMk cId="2949015189" sldId="1964"/>
        </pc:sldMkLst>
        <pc:spChg chg="mod">
          <ac:chgData name="Tabitha Mathis" userId="S::tmathis@kno2.com::cc8b17a5-17d4-4068-9c78-af1eb235e996" providerId="AD" clId="Web-{C5D5830A-B2E5-B353-583C-1D07297466CF}" dt="2023-07-14T12:31:20.138" v="377" actId="20577"/>
          <ac:spMkLst>
            <pc:docMk/>
            <pc:sldMk cId="2949015189" sldId="1964"/>
            <ac:spMk id="10" creationId="{1D565C98-A7B6-811F-C5C3-E6E57A010790}"/>
          </ac:spMkLst>
        </pc:spChg>
      </pc:sldChg>
      <pc:sldChg chg="modSp ord">
        <pc:chgData name="Tabitha Mathis" userId="S::tmathis@kno2.com::cc8b17a5-17d4-4068-9c78-af1eb235e996" providerId="AD" clId="Web-{C5D5830A-B2E5-B353-583C-1D07297466CF}" dt="2023-07-14T12:21:20.414" v="336" actId="20577"/>
        <pc:sldMkLst>
          <pc:docMk/>
          <pc:sldMk cId="369891372" sldId="1965"/>
        </pc:sldMkLst>
        <pc:spChg chg="mod">
          <ac:chgData name="Tabitha Mathis" userId="S::tmathis@kno2.com::cc8b17a5-17d4-4068-9c78-af1eb235e996" providerId="AD" clId="Web-{C5D5830A-B2E5-B353-583C-1D07297466CF}" dt="2023-07-14T11:55:53.492" v="77" actId="20577"/>
          <ac:spMkLst>
            <pc:docMk/>
            <pc:sldMk cId="369891372" sldId="1965"/>
            <ac:spMk id="2" creationId="{101A9D97-F03E-C4F6-F4F8-4AFD4DAFC1A5}"/>
          </ac:spMkLst>
        </pc:spChg>
        <pc:spChg chg="mod">
          <ac:chgData name="Tabitha Mathis" userId="S::tmathis@kno2.com::cc8b17a5-17d4-4068-9c78-af1eb235e996" providerId="AD" clId="Web-{C5D5830A-B2E5-B353-583C-1D07297466CF}" dt="2023-07-14T12:21:20.414" v="336" actId="20577"/>
          <ac:spMkLst>
            <pc:docMk/>
            <pc:sldMk cId="369891372" sldId="1965"/>
            <ac:spMk id="3" creationId="{8DE549C4-0F35-1F55-F1CC-66248118FB9C}"/>
          </ac:spMkLst>
        </pc:spChg>
      </pc:sldChg>
      <pc:sldChg chg="addSp delSp modSp mod ord modClrScheme chgLayout">
        <pc:chgData name="Tabitha Mathis" userId="S::tmathis@kno2.com::cc8b17a5-17d4-4068-9c78-af1eb235e996" providerId="AD" clId="Web-{C5D5830A-B2E5-B353-583C-1D07297466CF}" dt="2023-07-14T12:29:04.755" v="354" actId="1076"/>
        <pc:sldMkLst>
          <pc:docMk/>
          <pc:sldMk cId="1515291901" sldId="1966"/>
        </pc:sldMkLst>
        <pc:spChg chg="mod ord">
          <ac:chgData name="Tabitha Mathis" userId="S::tmathis@kno2.com::cc8b17a5-17d4-4068-9c78-af1eb235e996" providerId="AD" clId="Web-{C5D5830A-B2E5-B353-583C-1D07297466CF}" dt="2023-07-14T12:22:52.622" v="340"/>
          <ac:spMkLst>
            <pc:docMk/>
            <pc:sldMk cId="1515291901" sldId="1966"/>
            <ac:spMk id="2" creationId="{4BD99198-150F-4D37-4066-B5D51211DC31}"/>
          </ac:spMkLst>
        </pc:spChg>
        <pc:spChg chg="mod ord">
          <ac:chgData name="Tabitha Mathis" userId="S::tmathis@kno2.com::cc8b17a5-17d4-4068-9c78-af1eb235e996" providerId="AD" clId="Web-{C5D5830A-B2E5-B353-583C-1D07297466CF}" dt="2023-07-14T12:22:52.622" v="340"/>
          <ac:spMkLst>
            <pc:docMk/>
            <pc:sldMk cId="1515291901" sldId="1966"/>
            <ac:spMk id="3" creationId="{7A330A5C-E7E8-7872-12AD-F4EBF82EE79D}"/>
          </ac:spMkLst>
        </pc:spChg>
        <pc:spChg chg="mod ord">
          <ac:chgData name="Tabitha Mathis" userId="S::tmathis@kno2.com::cc8b17a5-17d4-4068-9c78-af1eb235e996" providerId="AD" clId="Web-{C5D5830A-B2E5-B353-583C-1D07297466CF}" dt="2023-07-14T12:22:52.622" v="340"/>
          <ac:spMkLst>
            <pc:docMk/>
            <pc:sldMk cId="1515291901" sldId="1966"/>
            <ac:spMk id="4" creationId="{4ED0BC5D-CEC2-BFF6-F49D-4CA5F79A09E3}"/>
          </ac:spMkLst>
        </pc:spChg>
        <pc:spChg chg="mod ord">
          <ac:chgData name="Tabitha Mathis" userId="S::tmathis@kno2.com::cc8b17a5-17d4-4068-9c78-af1eb235e996" providerId="AD" clId="Web-{C5D5830A-B2E5-B353-583C-1D07297466CF}" dt="2023-07-14T12:22:52.622" v="340"/>
          <ac:spMkLst>
            <pc:docMk/>
            <pc:sldMk cId="1515291901" sldId="1966"/>
            <ac:spMk id="5" creationId="{A2B05E35-7A72-D328-A63E-173C9B003FF2}"/>
          </ac:spMkLst>
        </pc:spChg>
        <pc:spChg chg="del">
          <ac:chgData name="Tabitha Mathis" userId="S::tmathis@kno2.com::cc8b17a5-17d4-4068-9c78-af1eb235e996" providerId="AD" clId="Web-{C5D5830A-B2E5-B353-583C-1D07297466CF}" dt="2023-07-14T12:11:50.691" v="226"/>
          <ac:spMkLst>
            <pc:docMk/>
            <pc:sldMk cId="1515291901" sldId="1966"/>
            <ac:spMk id="9" creationId="{BD8D9365-8208-B5FF-1F76-507127B0D7A5}"/>
          </ac:spMkLst>
        </pc:spChg>
        <pc:picChg chg="del">
          <ac:chgData name="Tabitha Mathis" userId="S::tmathis@kno2.com::cc8b17a5-17d4-4068-9c78-af1eb235e996" providerId="AD" clId="Web-{C5D5830A-B2E5-B353-583C-1D07297466CF}" dt="2023-07-14T12:11:49.847" v="225"/>
          <ac:picMkLst>
            <pc:docMk/>
            <pc:sldMk cId="1515291901" sldId="1966"/>
            <ac:picMk id="6" creationId="{2B42A2ED-860C-77F1-A789-EBE4846409AB}"/>
          </ac:picMkLst>
        </pc:picChg>
        <pc:picChg chg="add mod">
          <ac:chgData name="Tabitha Mathis" userId="S::tmathis@kno2.com::cc8b17a5-17d4-4068-9c78-af1eb235e996" providerId="AD" clId="Web-{C5D5830A-B2E5-B353-583C-1D07297466CF}" dt="2023-07-14T12:29:04.755" v="354" actId="1076"/>
          <ac:picMkLst>
            <pc:docMk/>
            <pc:sldMk cId="1515291901" sldId="1966"/>
            <ac:picMk id="7" creationId="{FFE57292-4136-FC8D-2E9F-AFD0E22E6659}"/>
          </ac:picMkLst>
        </pc:picChg>
      </pc:sldChg>
      <pc:sldChg chg="ord">
        <pc:chgData name="Tabitha Mathis" userId="S::tmathis@kno2.com::cc8b17a5-17d4-4068-9c78-af1eb235e996" providerId="AD" clId="Web-{C5D5830A-B2E5-B353-583C-1D07297466CF}" dt="2023-07-14T12:13:44.714" v="232"/>
        <pc:sldMkLst>
          <pc:docMk/>
          <pc:sldMk cId="2512228548" sldId="1967"/>
        </pc:sldMkLst>
      </pc:sldChg>
      <pc:sldChg chg="modSp ord">
        <pc:chgData name="Tabitha Mathis" userId="S::tmathis@kno2.com::cc8b17a5-17d4-4068-9c78-af1eb235e996" providerId="AD" clId="Web-{C5D5830A-B2E5-B353-583C-1D07297466CF}" dt="2023-07-14T12:14:12.497" v="243" actId="20577"/>
        <pc:sldMkLst>
          <pc:docMk/>
          <pc:sldMk cId="3874996833" sldId="1969"/>
        </pc:sldMkLst>
        <pc:spChg chg="mod">
          <ac:chgData name="Tabitha Mathis" userId="S::tmathis@kno2.com::cc8b17a5-17d4-4068-9c78-af1eb235e996" providerId="AD" clId="Web-{C5D5830A-B2E5-B353-583C-1D07297466CF}" dt="2023-07-14T12:14:12.497" v="243" actId="20577"/>
          <ac:spMkLst>
            <pc:docMk/>
            <pc:sldMk cId="3874996833" sldId="1969"/>
            <ac:spMk id="2" creationId="{1AB2D667-3443-491D-E4F8-34A31BD0DBDD}"/>
          </ac:spMkLst>
        </pc:spChg>
      </pc:sldChg>
    </pc:docChg>
  </pc:docChgLst>
  <pc:docChgLst>
    <pc:chgData name="Tabitha Mathis" userId="S::tmathis@kno2.com::cc8b17a5-17d4-4068-9c78-af1eb235e996" providerId="AD" clId="Web-{0EBB31AD-D472-663D-475B-6D6AD24B26CA}"/>
    <pc:docChg chg="modSld">
      <pc:chgData name="Tabitha Mathis" userId="S::tmathis@kno2.com::cc8b17a5-17d4-4068-9c78-af1eb235e996" providerId="AD" clId="Web-{0EBB31AD-D472-663D-475B-6D6AD24B26CA}" dt="2023-07-18T15:20:22.826" v="22" actId="20577"/>
      <pc:docMkLst>
        <pc:docMk/>
      </pc:docMkLst>
      <pc:sldChg chg="modSp">
        <pc:chgData name="Tabitha Mathis" userId="S::tmathis@kno2.com::cc8b17a5-17d4-4068-9c78-af1eb235e996" providerId="AD" clId="Web-{0EBB31AD-D472-663D-475B-6D6AD24B26CA}" dt="2023-07-18T15:19:55.981" v="14" actId="20577"/>
        <pc:sldMkLst>
          <pc:docMk/>
          <pc:sldMk cId="3534842601" sldId="262"/>
        </pc:sldMkLst>
        <pc:spChg chg="mod">
          <ac:chgData name="Tabitha Mathis" userId="S::tmathis@kno2.com::cc8b17a5-17d4-4068-9c78-af1eb235e996" providerId="AD" clId="Web-{0EBB31AD-D472-663D-475B-6D6AD24B26CA}" dt="2023-07-18T15:19:53.341" v="12" actId="20577"/>
          <ac:spMkLst>
            <pc:docMk/>
            <pc:sldMk cId="3534842601" sldId="262"/>
            <ac:spMk id="2" creationId="{E02E1901-A0D2-402A-1D85-B2E3EFA90D89}"/>
          </ac:spMkLst>
        </pc:spChg>
        <pc:spChg chg="mod">
          <ac:chgData name="Tabitha Mathis" userId="S::tmathis@kno2.com::cc8b17a5-17d4-4068-9c78-af1eb235e996" providerId="AD" clId="Web-{0EBB31AD-D472-663D-475B-6D6AD24B26CA}" dt="2023-07-18T15:19:55.981" v="14" actId="20577"/>
          <ac:spMkLst>
            <pc:docMk/>
            <pc:sldMk cId="3534842601" sldId="262"/>
            <ac:spMk id="6" creationId="{2C732BE0-9CC1-4F5E-B1F0-39E1ED3C6357}"/>
          </ac:spMkLst>
        </pc:spChg>
      </pc:sldChg>
      <pc:sldChg chg="addSp delSp modSp">
        <pc:chgData name="Tabitha Mathis" userId="S::tmathis@kno2.com::cc8b17a5-17d4-4068-9c78-af1eb235e996" providerId="AD" clId="Web-{0EBB31AD-D472-663D-475B-6D6AD24B26CA}" dt="2023-07-18T15:20:06.794" v="17" actId="20577"/>
        <pc:sldMkLst>
          <pc:docMk/>
          <pc:sldMk cId="2805222867" sldId="495"/>
        </pc:sldMkLst>
        <pc:spChg chg="mod">
          <ac:chgData name="Tabitha Mathis" userId="S::tmathis@kno2.com::cc8b17a5-17d4-4068-9c78-af1eb235e996" providerId="AD" clId="Web-{0EBB31AD-D472-663D-475B-6D6AD24B26CA}" dt="2023-07-18T15:20:06.794" v="17" actId="20577"/>
          <ac:spMkLst>
            <pc:docMk/>
            <pc:sldMk cId="2805222867" sldId="495"/>
            <ac:spMk id="6" creationId="{E7FB78B0-06E3-CE3E-A7C5-59254A4DE998}"/>
          </ac:spMkLst>
        </pc:spChg>
        <pc:spChg chg="add mod">
          <ac:chgData name="Tabitha Mathis" userId="S::tmathis@kno2.com::cc8b17a5-17d4-4068-9c78-af1eb235e996" providerId="AD" clId="Web-{0EBB31AD-D472-663D-475B-6D6AD24B26CA}" dt="2023-07-18T15:20:04.107" v="16"/>
          <ac:spMkLst>
            <pc:docMk/>
            <pc:sldMk cId="2805222867" sldId="495"/>
            <ac:spMk id="7" creationId="{05196F89-E67A-340D-83EF-95CCC877ED14}"/>
          </ac:spMkLst>
        </pc:spChg>
        <pc:picChg chg="del">
          <ac:chgData name="Tabitha Mathis" userId="S::tmathis@kno2.com::cc8b17a5-17d4-4068-9c78-af1eb235e996" providerId="AD" clId="Web-{0EBB31AD-D472-663D-475B-6D6AD24B26CA}" dt="2023-07-18T15:20:04.107" v="16"/>
          <ac:picMkLst>
            <pc:docMk/>
            <pc:sldMk cId="2805222867" sldId="495"/>
            <ac:picMk id="2" creationId="{A5675D1E-4366-61EC-55C2-5189881F22E2}"/>
          </ac:picMkLst>
        </pc:picChg>
      </pc:sldChg>
      <pc:sldChg chg="modSp">
        <pc:chgData name="Tabitha Mathis" userId="S::tmathis@kno2.com::cc8b17a5-17d4-4068-9c78-af1eb235e996" providerId="AD" clId="Web-{0EBB31AD-D472-663D-475B-6D6AD24B26CA}" dt="2023-07-18T15:20:14.279" v="19" actId="20577"/>
        <pc:sldMkLst>
          <pc:docMk/>
          <pc:sldMk cId="369891372" sldId="1965"/>
        </pc:sldMkLst>
        <pc:spChg chg="mod">
          <ac:chgData name="Tabitha Mathis" userId="S::tmathis@kno2.com::cc8b17a5-17d4-4068-9c78-af1eb235e996" providerId="AD" clId="Web-{0EBB31AD-D472-663D-475B-6D6AD24B26CA}" dt="2023-07-18T15:20:14.279" v="19" actId="20577"/>
          <ac:spMkLst>
            <pc:docMk/>
            <pc:sldMk cId="369891372" sldId="1965"/>
            <ac:spMk id="2" creationId="{101A9D97-F03E-C4F6-F4F8-4AFD4DAFC1A5}"/>
          </ac:spMkLst>
        </pc:spChg>
        <pc:spChg chg="mod">
          <ac:chgData name="Tabitha Mathis" userId="S::tmathis@kno2.com::cc8b17a5-17d4-4068-9c78-af1eb235e996" providerId="AD" clId="Web-{0EBB31AD-D472-663D-475B-6D6AD24B26CA}" dt="2023-07-18T15:20:12.013" v="18" actId="1076"/>
          <ac:spMkLst>
            <pc:docMk/>
            <pc:sldMk cId="369891372" sldId="1965"/>
            <ac:spMk id="3" creationId="{8DE549C4-0F35-1F55-F1CC-66248118FB9C}"/>
          </ac:spMkLst>
        </pc:spChg>
      </pc:sldChg>
      <pc:sldChg chg="addSp delSp modSp">
        <pc:chgData name="Tabitha Mathis" userId="S::tmathis@kno2.com::cc8b17a5-17d4-4068-9c78-af1eb235e996" providerId="AD" clId="Web-{0EBB31AD-D472-663D-475B-6D6AD24B26CA}" dt="2023-07-18T15:20:19.294" v="21" actId="20577"/>
        <pc:sldMkLst>
          <pc:docMk/>
          <pc:sldMk cId="1515291901" sldId="1966"/>
        </pc:sldMkLst>
        <pc:spChg chg="mod">
          <ac:chgData name="Tabitha Mathis" userId="S::tmathis@kno2.com::cc8b17a5-17d4-4068-9c78-af1eb235e996" providerId="AD" clId="Web-{0EBB31AD-D472-663D-475B-6D6AD24B26CA}" dt="2023-07-18T15:20:19.294" v="21" actId="20577"/>
          <ac:spMkLst>
            <pc:docMk/>
            <pc:sldMk cId="1515291901" sldId="1966"/>
            <ac:spMk id="2" creationId="{4BD99198-150F-4D37-4066-B5D51211DC31}"/>
          </ac:spMkLst>
        </pc:spChg>
        <pc:picChg chg="add del">
          <ac:chgData name="Tabitha Mathis" userId="S::tmathis@kno2.com::cc8b17a5-17d4-4068-9c78-af1eb235e996" providerId="AD" clId="Web-{0EBB31AD-D472-663D-475B-6D6AD24B26CA}" dt="2023-07-18T15:19:58.950" v="15"/>
          <ac:picMkLst>
            <pc:docMk/>
            <pc:sldMk cId="1515291901" sldId="1966"/>
            <ac:picMk id="7" creationId="{FFE57292-4136-FC8D-2E9F-AFD0E22E6659}"/>
          </ac:picMkLst>
        </pc:picChg>
      </pc:sldChg>
      <pc:sldChg chg="modSp">
        <pc:chgData name="Tabitha Mathis" userId="S::tmathis@kno2.com::cc8b17a5-17d4-4068-9c78-af1eb235e996" providerId="AD" clId="Web-{0EBB31AD-D472-663D-475B-6D6AD24B26CA}" dt="2023-07-18T15:20:22.826" v="22" actId="20577"/>
        <pc:sldMkLst>
          <pc:docMk/>
          <pc:sldMk cId="3874996833" sldId="1969"/>
        </pc:sldMkLst>
        <pc:spChg chg="mod">
          <ac:chgData name="Tabitha Mathis" userId="S::tmathis@kno2.com::cc8b17a5-17d4-4068-9c78-af1eb235e996" providerId="AD" clId="Web-{0EBB31AD-D472-663D-475B-6D6AD24B26CA}" dt="2023-07-18T15:20:22.826" v="22" actId="20577"/>
          <ac:spMkLst>
            <pc:docMk/>
            <pc:sldMk cId="3874996833" sldId="1969"/>
            <ac:spMk id="2" creationId="{1AB2D667-3443-491D-E4F8-34A31BD0DBDD}"/>
          </ac:spMkLst>
        </pc:spChg>
      </pc:sldChg>
    </pc:docChg>
  </pc:docChgLst>
  <pc:docChgLst>
    <pc:chgData name="Madeline Crawford" userId="S::mcrawford@kno2.com::e70325ee-1a10-4687-9e55-32b392d799e7" providerId="AD" clId="Web-{9E6E2C8B-F5F1-365E-E258-AB93998C4462}"/>
    <pc:docChg chg="modSld">
      <pc:chgData name="Madeline Crawford" userId="S::mcrawford@kno2.com::e70325ee-1a10-4687-9e55-32b392d799e7" providerId="AD" clId="Web-{9E6E2C8B-F5F1-365E-E258-AB93998C4462}" dt="2024-02-23T21:07:19.783" v="14" actId="20577"/>
      <pc:docMkLst>
        <pc:docMk/>
      </pc:docMkLst>
      <pc:sldChg chg="modSp">
        <pc:chgData name="Madeline Crawford" userId="S::mcrawford@kno2.com::e70325ee-1a10-4687-9e55-32b392d799e7" providerId="AD" clId="Web-{9E6E2C8B-F5F1-365E-E258-AB93998C4462}" dt="2024-02-23T21:07:19.783" v="14" actId="20577"/>
        <pc:sldMkLst>
          <pc:docMk/>
          <pc:sldMk cId="3534842601" sldId="262"/>
        </pc:sldMkLst>
        <pc:spChg chg="mod">
          <ac:chgData name="Madeline Crawford" userId="S::mcrawford@kno2.com::e70325ee-1a10-4687-9e55-32b392d799e7" providerId="AD" clId="Web-{9E6E2C8B-F5F1-365E-E258-AB93998C4462}" dt="2024-02-23T21:07:19.783" v="14" actId="20577"/>
          <ac:spMkLst>
            <pc:docMk/>
            <pc:sldMk cId="3534842601" sldId="262"/>
            <ac:spMk id="2" creationId="{E02E1901-A0D2-402A-1D85-B2E3EFA90D89}"/>
          </ac:spMkLst>
        </pc:spChg>
      </pc:sldChg>
    </pc:docChg>
  </pc:docChgLst>
  <pc:docChgLst>
    <pc:chgData name="Stephanie Barnett" userId="S::sbarnett@kno2.com::cb7e19d9-f2a8-465d-bb4a-09e26a70499d" providerId="AD" clId="Web-{74E9D928-259E-E1C3-58CA-116137091F70}"/>
    <pc:docChg chg="modSld">
      <pc:chgData name="Stephanie Barnett" userId="S::sbarnett@kno2.com::cb7e19d9-f2a8-465d-bb4a-09e26a70499d" providerId="AD" clId="Web-{74E9D928-259E-E1C3-58CA-116137091F70}" dt="2024-02-20T15:54:21.951" v="1" actId="20577"/>
      <pc:docMkLst>
        <pc:docMk/>
      </pc:docMkLst>
      <pc:sldChg chg="modSp">
        <pc:chgData name="Stephanie Barnett" userId="S::sbarnett@kno2.com::cb7e19d9-f2a8-465d-bb4a-09e26a70499d" providerId="AD" clId="Web-{74E9D928-259E-E1C3-58CA-116137091F70}" dt="2024-02-20T15:54:21.951" v="1" actId="20577"/>
        <pc:sldMkLst>
          <pc:docMk/>
          <pc:sldMk cId="935457061" sldId="497"/>
        </pc:sldMkLst>
        <pc:spChg chg="mod">
          <ac:chgData name="Stephanie Barnett" userId="S::sbarnett@kno2.com::cb7e19d9-f2a8-465d-bb4a-09e26a70499d" providerId="AD" clId="Web-{74E9D928-259E-E1C3-58CA-116137091F70}" dt="2024-02-20T15:54:21.951" v="1" actId="20577"/>
          <ac:spMkLst>
            <pc:docMk/>
            <pc:sldMk cId="935457061" sldId="497"/>
            <ac:spMk id="6" creationId="{43251292-8602-A78D-B1EF-336F54FC860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CFD099F0-F8F5-5F48-8C0F-FDF0266B517A}" type="datetimeFigureOut">
              <a:rPr lang="en-US" smtClean="0"/>
              <a:pPr/>
              <a:t>5/9/2024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347911B0-8834-CA47-9AB5-D33FD6F9A2EB}" type="slidenum">
              <a:rPr lang="en-US" smtClean="0"/>
              <a:pPr/>
              <a:t>‹#›</a:t>
            </a:fld>
            <a:endParaRPr lang="en-US"/>
          </a:p>
        </p:txBody>
      </p:sp>
    </p:spTree>
    <p:extLst>
      <p:ext uri="{BB962C8B-B14F-4D97-AF65-F5344CB8AC3E}">
        <p14:creationId xmlns:p14="http://schemas.microsoft.com/office/powerpoint/2010/main" val="3606003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591951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emf"/><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emf"/><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16.svg"/><Relationship Id="rId4"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DEFF69-AF58-1351-C710-053A5682400E}"/>
              </a:ext>
            </a:extLst>
          </p:cNvPr>
          <p:cNvSpPr/>
          <p:nvPr userDrawn="1"/>
        </p:nvSpPr>
        <p:spPr>
          <a:xfrm>
            <a:off x="0" y="0"/>
            <a:ext cx="12192000" cy="6858000"/>
          </a:xfrm>
          <a:prstGeom prst="rect">
            <a:avLst/>
          </a:prstGeom>
          <a:gradFill>
            <a:gsLst>
              <a:gs pos="0">
                <a:srgbClr val="1331CC"/>
              </a:gs>
              <a:gs pos="100000">
                <a:schemeClr val="tx2"/>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B7FB546-AA21-6AC0-2879-F6A461A619C3}"/>
              </a:ext>
              <a:ext uri="{C183D7F6-B498-43B3-948B-1728B52AA6E4}">
                <adec:decorative xmlns:adec="http://schemas.microsoft.com/office/drawing/2017/decorative" val="1"/>
              </a:ext>
            </a:extLst>
          </p:cNvPr>
          <p:cNvPicPr>
            <a:picLocks noChangeAspect="1"/>
          </p:cNvPicPr>
          <p:nvPr userDrawn="1"/>
        </p:nvPicPr>
        <p:blipFill rotWithShape="1">
          <a:blip r:embed="rId2"/>
          <a:srcRect r="4476"/>
          <a:stretch/>
        </p:blipFill>
        <p:spPr>
          <a:xfrm>
            <a:off x="3068665" y="1021486"/>
            <a:ext cx="9123336" cy="6334922"/>
          </a:xfrm>
          <a:prstGeom prst="rect">
            <a:avLst/>
          </a:prstGeom>
        </p:spPr>
      </p:pic>
      <p:pic>
        <p:nvPicPr>
          <p:cNvPr id="9" name="Picture 8">
            <a:extLst>
              <a:ext uri="{FF2B5EF4-FFF2-40B4-BE49-F238E27FC236}">
                <a16:creationId xmlns:a16="http://schemas.microsoft.com/office/drawing/2014/main" id="{D240676D-19FA-A86E-4338-B915214936B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816166" y="518434"/>
            <a:ext cx="1913376" cy="666781"/>
          </a:xfrm>
          <a:prstGeom prst="rect">
            <a:avLst/>
          </a:prstGeom>
        </p:spPr>
      </p:pic>
      <p:sp>
        <p:nvSpPr>
          <p:cNvPr id="2" name="Title 1">
            <a:extLst>
              <a:ext uri="{FF2B5EF4-FFF2-40B4-BE49-F238E27FC236}">
                <a16:creationId xmlns:a16="http://schemas.microsoft.com/office/drawing/2014/main" id="{B12EBC19-6F8A-2546-8293-EA859A54EA14}"/>
              </a:ext>
            </a:extLst>
          </p:cNvPr>
          <p:cNvSpPr>
            <a:spLocks noGrp="1"/>
          </p:cNvSpPr>
          <p:nvPr>
            <p:ph type="ctrTitle" hasCustomPrompt="1"/>
          </p:nvPr>
        </p:nvSpPr>
        <p:spPr>
          <a:xfrm>
            <a:off x="816165" y="1935656"/>
            <a:ext cx="6184709" cy="1349155"/>
          </a:xfrm>
        </p:spPr>
        <p:txBody>
          <a:bodyPr anchor="b">
            <a:normAutofit/>
          </a:bodyPr>
          <a:lstStyle>
            <a:lvl1pPr algn="l">
              <a:lnSpc>
                <a:spcPct val="80000"/>
              </a:lnSpc>
              <a:defRPr sz="4400" b="1" spc="-100" baseline="0">
                <a:solidFill>
                  <a:schemeClr val="accent4"/>
                </a:solidFill>
              </a:defRPr>
            </a:lvl1pPr>
          </a:lstStyle>
          <a:p>
            <a:pPr algn="l"/>
            <a:r>
              <a:rPr lang="en-US" sz="4400" spc="-150">
                <a:solidFill>
                  <a:schemeClr val="bg1"/>
                </a:solidFill>
                <a:latin typeface="Arial" panose="020B0604020202020204" pitchFamily="34" charset="0"/>
                <a:cs typeface="Arial" panose="020B0604020202020204" pitchFamily="34" charset="0"/>
              </a:rPr>
              <a:t>Insert title</a:t>
            </a:r>
          </a:p>
        </p:txBody>
      </p:sp>
      <p:sp>
        <p:nvSpPr>
          <p:cNvPr id="3" name="Subtitle 2">
            <a:extLst>
              <a:ext uri="{FF2B5EF4-FFF2-40B4-BE49-F238E27FC236}">
                <a16:creationId xmlns:a16="http://schemas.microsoft.com/office/drawing/2014/main" id="{6FB34077-716D-B142-9339-560D90CC07F4}"/>
              </a:ext>
            </a:extLst>
          </p:cNvPr>
          <p:cNvSpPr>
            <a:spLocks noGrp="1"/>
          </p:cNvSpPr>
          <p:nvPr>
            <p:ph type="subTitle" idx="1" hasCustomPrompt="1"/>
          </p:nvPr>
        </p:nvSpPr>
        <p:spPr>
          <a:xfrm>
            <a:off x="816166" y="3529518"/>
            <a:ext cx="4527014" cy="863761"/>
          </a:xfrm>
        </p:spPr>
        <p:txBody>
          <a:bodyPr>
            <a:normAutofit/>
          </a:bodyPr>
          <a:lstStyle>
            <a:lvl1pPr marL="0" indent="0" algn="l">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Subtitle</a:t>
            </a:r>
          </a:p>
        </p:txBody>
      </p:sp>
      <p:sp>
        <p:nvSpPr>
          <p:cNvPr id="4" name="Date Placeholder 3">
            <a:extLst>
              <a:ext uri="{FF2B5EF4-FFF2-40B4-BE49-F238E27FC236}">
                <a16:creationId xmlns:a16="http://schemas.microsoft.com/office/drawing/2014/main" id="{3729E342-C953-F045-817C-BBA2BA2B1B6D}"/>
              </a:ext>
            </a:extLst>
          </p:cNvPr>
          <p:cNvSpPr>
            <a:spLocks noGrp="1"/>
          </p:cNvSpPr>
          <p:nvPr>
            <p:ph type="dt" sz="half" idx="10"/>
          </p:nvPr>
        </p:nvSpPr>
        <p:spPr>
          <a:xfrm>
            <a:off x="816166" y="6492875"/>
            <a:ext cx="2743200" cy="365125"/>
          </a:xfrm>
        </p:spPr>
        <p:txBody>
          <a:bodyPr/>
          <a:lstStyle>
            <a:lvl1pPr>
              <a:defRPr>
                <a:solidFill>
                  <a:schemeClr val="bg1"/>
                </a:solidFill>
              </a:defRPr>
            </a:lvl1pPr>
          </a:lstStyle>
          <a:p>
            <a:fld id="{CE8CFCE4-65F0-9A49-8FD3-55171B90453E}" type="datetime1">
              <a:rPr lang="en-US" smtClean="0"/>
              <a:t>5/9/2024</a:t>
            </a:fld>
            <a:endParaRPr lang="en-US"/>
          </a:p>
        </p:txBody>
      </p:sp>
      <p:sp>
        <p:nvSpPr>
          <p:cNvPr id="5" name="Footer Placeholder 4">
            <a:extLst>
              <a:ext uri="{FF2B5EF4-FFF2-40B4-BE49-F238E27FC236}">
                <a16:creationId xmlns:a16="http://schemas.microsoft.com/office/drawing/2014/main" id="{20FB2031-1E3F-2D40-95E4-822035C6F57E}"/>
              </a:ext>
            </a:extLst>
          </p:cNvPr>
          <p:cNvSpPr>
            <a:spLocks noGrp="1"/>
          </p:cNvSpPr>
          <p:nvPr>
            <p:ph type="ftr" sz="quarter" idx="11"/>
          </p:nvPr>
        </p:nvSpPr>
        <p:spPr/>
        <p:txBody>
          <a:bodyPr/>
          <a:lstStyle>
            <a:lvl1pPr>
              <a:defRPr>
                <a:solidFill>
                  <a:schemeClr val="bg1">
                    <a:alpha val="50000"/>
                  </a:schemeClr>
                </a:solidFill>
              </a:defRPr>
            </a:lvl1pPr>
          </a:lstStyle>
          <a:p>
            <a:r>
              <a:rPr lang="en-US"/>
              <a:t>© Kno2. All rights reserved.</a:t>
            </a:r>
          </a:p>
        </p:txBody>
      </p:sp>
      <p:sp>
        <p:nvSpPr>
          <p:cNvPr id="6" name="Slide Number Placeholder 5">
            <a:extLst>
              <a:ext uri="{FF2B5EF4-FFF2-40B4-BE49-F238E27FC236}">
                <a16:creationId xmlns:a16="http://schemas.microsoft.com/office/drawing/2014/main" id="{972B58CD-9A44-6E41-B333-7635E44F433F}"/>
              </a:ext>
            </a:extLst>
          </p:cNvPr>
          <p:cNvSpPr>
            <a:spLocks noGrp="1"/>
          </p:cNvSpPr>
          <p:nvPr>
            <p:ph type="sldNum" sz="quarter" idx="12"/>
          </p:nvPr>
        </p:nvSpPr>
        <p:spPr/>
        <p:txBody>
          <a:bodyPr/>
          <a:lstStyle>
            <a:lvl1pPr>
              <a:defRPr>
                <a:solidFill>
                  <a:schemeClr val="bg1"/>
                </a:solidFill>
              </a:defRPr>
            </a:lvl1pPr>
          </a:lstStyle>
          <a:p>
            <a:fld id="{1B9B3185-E874-A849-A012-27E7860D5320}" type="slidenum">
              <a:rPr lang="en-US" smtClean="0"/>
              <a:pPr/>
              <a:t>‹#›</a:t>
            </a:fld>
            <a:endParaRPr lang="en-US"/>
          </a:p>
        </p:txBody>
      </p:sp>
      <p:sp>
        <p:nvSpPr>
          <p:cNvPr id="18" name="Text Placeholder 17">
            <a:extLst>
              <a:ext uri="{FF2B5EF4-FFF2-40B4-BE49-F238E27FC236}">
                <a16:creationId xmlns:a16="http://schemas.microsoft.com/office/drawing/2014/main" id="{BFB40501-600F-EFBE-C986-76C1B0317F22}"/>
              </a:ext>
            </a:extLst>
          </p:cNvPr>
          <p:cNvSpPr>
            <a:spLocks noGrp="1"/>
          </p:cNvSpPr>
          <p:nvPr>
            <p:ph type="body" sz="quarter" idx="13" hasCustomPrompt="1"/>
          </p:nvPr>
        </p:nvSpPr>
        <p:spPr>
          <a:xfrm>
            <a:off x="5343180" y="285609"/>
            <a:ext cx="6648899" cy="352566"/>
          </a:xfrm>
        </p:spPr>
        <p:txBody>
          <a:bodyPr>
            <a:normAutofit/>
          </a:bodyPr>
          <a:lstStyle>
            <a:lvl1pPr marL="0" indent="0" algn="r">
              <a:buNone/>
              <a:defRPr sz="1200" spc="300">
                <a:solidFill>
                  <a:schemeClr val="accent4"/>
                </a:solidFill>
              </a:defRPr>
            </a:lvl1pPr>
            <a:lvl2pPr>
              <a:defRPr sz="1200"/>
            </a:lvl2pPr>
            <a:lvl3pPr>
              <a:defRPr sz="1200"/>
            </a:lvl3pPr>
            <a:lvl4pPr>
              <a:defRPr sz="1200"/>
            </a:lvl4pPr>
            <a:lvl5pPr>
              <a:defRPr sz="1200"/>
            </a:lvl5pPr>
          </a:lstStyle>
          <a:p>
            <a:pPr lvl="0"/>
            <a:r>
              <a:rPr lang="en-US"/>
              <a:t>PRESENTATION TYPE</a:t>
            </a:r>
          </a:p>
        </p:txBody>
      </p:sp>
      <p:sp>
        <p:nvSpPr>
          <p:cNvPr id="14" name="Text Placeholder 17">
            <a:extLst>
              <a:ext uri="{FF2B5EF4-FFF2-40B4-BE49-F238E27FC236}">
                <a16:creationId xmlns:a16="http://schemas.microsoft.com/office/drawing/2014/main" id="{C58BA4B4-29A8-9E6F-329B-A3DDBBD1F15C}"/>
              </a:ext>
            </a:extLst>
          </p:cNvPr>
          <p:cNvSpPr>
            <a:spLocks noGrp="1"/>
          </p:cNvSpPr>
          <p:nvPr>
            <p:ph type="body" sz="quarter" idx="14" hasCustomPrompt="1"/>
          </p:nvPr>
        </p:nvSpPr>
        <p:spPr>
          <a:xfrm>
            <a:off x="816166" y="5031841"/>
            <a:ext cx="3596178" cy="863760"/>
          </a:xfrm>
        </p:spPr>
        <p:txBody>
          <a:bodyPr>
            <a:normAutofit/>
          </a:bodyPr>
          <a:lstStyle>
            <a:lvl1pPr marL="0" indent="0" algn="l">
              <a:buNone/>
              <a:defRPr sz="1400" spc="0">
                <a:solidFill>
                  <a:schemeClr val="bg2"/>
                </a:solidFill>
              </a:defRPr>
            </a:lvl1pPr>
            <a:lvl2pPr>
              <a:defRPr sz="1200"/>
            </a:lvl2pPr>
            <a:lvl3pPr>
              <a:defRPr sz="1200"/>
            </a:lvl3pPr>
            <a:lvl4pPr>
              <a:defRPr sz="1200"/>
            </a:lvl4pPr>
            <a:lvl5pPr>
              <a:defRPr sz="1200"/>
            </a:lvl5pPr>
          </a:lstStyle>
          <a:p>
            <a:pPr lvl="0"/>
            <a:r>
              <a:rPr lang="en-US"/>
              <a:t>Optional presenter name</a:t>
            </a:r>
          </a:p>
        </p:txBody>
      </p:sp>
    </p:spTree>
    <p:extLst>
      <p:ext uri="{BB962C8B-B14F-4D97-AF65-F5344CB8AC3E}">
        <p14:creationId xmlns:p14="http://schemas.microsoft.com/office/powerpoint/2010/main" val="2375610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lain">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D39E0C6-3949-429D-8418-955FB6D0BEE8}"/>
              </a:ext>
            </a:extLst>
          </p:cNvPr>
          <p:cNvGrpSpPr/>
          <p:nvPr userDrawn="1"/>
        </p:nvGrpSpPr>
        <p:grpSpPr>
          <a:xfrm>
            <a:off x="0" y="0"/>
            <a:ext cx="12192000" cy="6858000"/>
            <a:chOff x="0" y="0"/>
            <a:chExt cx="12192000" cy="6858000"/>
          </a:xfrm>
        </p:grpSpPr>
        <p:sp>
          <p:nvSpPr>
            <p:cNvPr id="7" name="Rectangle 6">
              <a:extLst>
                <a:ext uri="{FF2B5EF4-FFF2-40B4-BE49-F238E27FC236}">
                  <a16:creationId xmlns:a16="http://schemas.microsoft.com/office/drawing/2014/main" id="{CEDEFF69-AF58-1351-C710-053A5682400E}"/>
                </a:ext>
              </a:extLst>
            </p:cNvPr>
            <p:cNvSpPr/>
            <p:nvPr userDrawn="1"/>
          </p:nvSpPr>
          <p:spPr>
            <a:xfrm>
              <a:off x="0" y="0"/>
              <a:ext cx="12192000" cy="6858000"/>
            </a:xfrm>
            <a:prstGeom prst="rect">
              <a:avLst/>
            </a:prstGeom>
            <a:gradFill>
              <a:gsLst>
                <a:gs pos="0">
                  <a:srgbClr val="1331CC"/>
                </a:gs>
                <a:gs pos="99000">
                  <a:schemeClr val="tx2"/>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8375BE54-0A31-922C-F8D8-4B5E8645352F}"/>
                </a:ext>
              </a:extLst>
            </p:cNvPr>
            <p:cNvPicPr>
              <a:picLocks noChangeAspect="1"/>
            </p:cNvPicPr>
            <p:nvPr userDrawn="1"/>
          </p:nvPicPr>
          <p:blipFill rotWithShape="1">
            <a:blip r:embed="rId2">
              <a:lum bright="-6000" contrast="50000"/>
              <a:alphaModFix amt="70000"/>
              <a:extLst>
                <a:ext uri="{96DAC541-7B7A-43D3-8B79-37D633B846F1}">
                  <asvg:svgBlip xmlns:asvg="http://schemas.microsoft.com/office/drawing/2016/SVG/main" r:embed="rId3"/>
                </a:ext>
              </a:extLst>
            </a:blip>
            <a:srcRect l="2203" t="8058" r="45778" b="4252"/>
            <a:stretch/>
          </p:blipFill>
          <p:spPr>
            <a:xfrm flipH="1" flipV="1">
              <a:off x="4868918" y="0"/>
              <a:ext cx="7323082" cy="6858000"/>
            </a:xfrm>
            <a:prstGeom prst="rect">
              <a:avLst/>
            </a:prstGeom>
          </p:spPr>
        </p:pic>
      </p:grpSp>
      <p:pic>
        <p:nvPicPr>
          <p:cNvPr id="9" name="Picture 8">
            <a:extLst>
              <a:ext uri="{FF2B5EF4-FFF2-40B4-BE49-F238E27FC236}">
                <a16:creationId xmlns:a16="http://schemas.microsoft.com/office/drawing/2014/main" id="{D240676D-19FA-A86E-4338-B915214936B8}"/>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930045" y="1703016"/>
            <a:ext cx="2914233" cy="1015566"/>
          </a:xfrm>
          <a:prstGeom prst="rect">
            <a:avLst/>
          </a:prstGeom>
        </p:spPr>
      </p:pic>
      <p:sp>
        <p:nvSpPr>
          <p:cNvPr id="4" name="Date Placeholder 3">
            <a:extLst>
              <a:ext uri="{FF2B5EF4-FFF2-40B4-BE49-F238E27FC236}">
                <a16:creationId xmlns:a16="http://schemas.microsoft.com/office/drawing/2014/main" id="{3729E342-C953-F045-817C-BBA2BA2B1B6D}"/>
              </a:ext>
            </a:extLst>
          </p:cNvPr>
          <p:cNvSpPr>
            <a:spLocks noGrp="1"/>
          </p:cNvSpPr>
          <p:nvPr>
            <p:ph type="dt" sz="half" idx="10"/>
          </p:nvPr>
        </p:nvSpPr>
        <p:spPr>
          <a:xfrm>
            <a:off x="816166" y="6492875"/>
            <a:ext cx="2743200" cy="365125"/>
          </a:xfrm>
        </p:spPr>
        <p:txBody>
          <a:bodyPr/>
          <a:lstStyle>
            <a:lvl1pPr>
              <a:defRPr>
                <a:solidFill>
                  <a:schemeClr val="bg1"/>
                </a:solidFill>
              </a:defRPr>
            </a:lvl1pPr>
          </a:lstStyle>
          <a:p>
            <a:fld id="{93B3EA82-B1A3-5F48-A113-726DFAF14DC7}" type="datetime1">
              <a:rPr lang="en-US" smtClean="0"/>
              <a:t>5/9/2024</a:t>
            </a:fld>
            <a:endParaRPr lang="en-US"/>
          </a:p>
        </p:txBody>
      </p:sp>
      <p:sp>
        <p:nvSpPr>
          <p:cNvPr id="5" name="Footer Placeholder 4">
            <a:extLst>
              <a:ext uri="{FF2B5EF4-FFF2-40B4-BE49-F238E27FC236}">
                <a16:creationId xmlns:a16="http://schemas.microsoft.com/office/drawing/2014/main" id="{20FB2031-1E3F-2D40-95E4-822035C6F57E}"/>
              </a:ext>
            </a:extLst>
          </p:cNvPr>
          <p:cNvSpPr>
            <a:spLocks noGrp="1"/>
          </p:cNvSpPr>
          <p:nvPr>
            <p:ph type="ftr" sz="quarter" idx="11"/>
          </p:nvPr>
        </p:nvSpPr>
        <p:spPr/>
        <p:txBody>
          <a:bodyPr/>
          <a:lstStyle>
            <a:lvl1pPr>
              <a:defRPr>
                <a:solidFill>
                  <a:schemeClr val="bg1">
                    <a:alpha val="50000"/>
                  </a:schemeClr>
                </a:solidFill>
              </a:defRPr>
            </a:lvl1pPr>
          </a:lstStyle>
          <a:p>
            <a:r>
              <a:rPr lang="en-US"/>
              <a:t>© Kno2. All rights reserved.</a:t>
            </a:r>
          </a:p>
        </p:txBody>
      </p:sp>
      <p:sp>
        <p:nvSpPr>
          <p:cNvPr id="6" name="Slide Number Placeholder 5">
            <a:extLst>
              <a:ext uri="{FF2B5EF4-FFF2-40B4-BE49-F238E27FC236}">
                <a16:creationId xmlns:a16="http://schemas.microsoft.com/office/drawing/2014/main" id="{972B58CD-9A44-6E41-B333-7635E44F433F}"/>
              </a:ext>
            </a:extLst>
          </p:cNvPr>
          <p:cNvSpPr>
            <a:spLocks noGrp="1"/>
          </p:cNvSpPr>
          <p:nvPr>
            <p:ph type="sldNum" sz="quarter" idx="12"/>
          </p:nvPr>
        </p:nvSpPr>
        <p:spPr/>
        <p:txBody>
          <a:bodyPr/>
          <a:lstStyle>
            <a:lvl1pPr>
              <a:defRPr>
                <a:solidFill>
                  <a:schemeClr val="bg1"/>
                </a:solidFill>
              </a:defRPr>
            </a:lvl1pPr>
          </a:lstStyle>
          <a:p>
            <a:fld id="{1B9B3185-E874-A849-A012-27E7860D5320}" type="slidenum">
              <a:rPr lang="en-US" smtClean="0"/>
              <a:pPr/>
              <a:t>‹#›</a:t>
            </a:fld>
            <a:endParaRPr lang="en-US"/>
          </a:p>
        </p:txBody>
      </p:sp>
      <p:sp>
        <p:nvSpPr>
          <p:cNvPr id="18" name="Text Placeholder 17">
            <a:extLst>
              <a:ext uri="{FF2B5EF4-FFF2-40B4-BE49-F238E27FC236}">
                <a16:creationId xmlns:a16="http://schemas.microsoft.com/office/drawing/2014/main" id="{BFB40501-600F-EFBE-C986-76C1B0317F22}"/>
              </a:ext>
            </a:extLst>
          </p:cNvPr>
          <p:cNvSpPr>
            <a:spLocks noGrp="1"/>
          </p:cNvSpPr>
          <p:nvPr>
            <p:ph type="body" sz="quarter" idx="13" hasCustomPrompt="1"/>
          </p:nvPr>
        </p:nvSpPr>
        <p:spPr>
          <a:xfrm>
            <a:off x="5343180" y="285609"/>
            <a:ext cx="6648899" cy="352566"/>
          </a:xfrm>
        </p:spPr>
        <p:txBody>
          <a:bodyPr>
            <a:normAutofit/>
          </a:bodyPr>
          <a:lstStyle>
            <a:lvl1pPr marL="0" indent="0" algn="r">
              <a:buNone/>
              <a:defRPr sz="1200" spc="300">
                <a:solidFill>
                  <a:schemeClr val="accent4"/>
                </a:solidFill>
              </a:defRPr>
            </a:lvl1pPr>
            <a:lvl2pPr>
              <a:defRPr sz="1200"/>
            </a:lvl2pPr>
            <a:lvl3pPr>
              <a:defRPr sz="1200"/>
            </a:lvl3pPr>
            <a:lvl4pPr>
              <a:defRPr sz="1200"/>
            </a:lvl4pPr>
            <a:lvl5pPr>
              <a:defRPr sz="1200"/>
            </a:lvl5pPr>
          </a:lstStyle>
          <a:p>
            <a:pPr lvl="0"/>
            <a:r>
              <a:rPr lang="en-US"/>
              <a:t>PRESENTATION TYPE</a:t>
            </a:r>
          </a:p>
        </p:txBody>
      </p:sp>
      <p:sp>
        <p:nvSpPr>
          <p:cNvPr id="13" name="Title 1">
            <a:extLst>
              <a:ext uri="{FF2B5EF4-FFF2-40B4-BE49-F238E27FC236}">
                <a16:creationId xmlns:a16="http://schemas.microsoft.com/office/drawing/2014/main" id="{872D3F2E-324C-6176-0012-035ACE1BC55B}"/>
              </a:ext>
            </a:extLst>
          </p:cNvPr>
          <p:cNvSpPr>
            <a:spLocks noGrp="1"/>
          </p:cNvSpPr>
          <p:nvPr>
            <p:ph type="ctrTitle" hasCustomPrompt="1"/>
          </p:nvPr>
        </p:nvSpPr>
        <p:spPr>
          <a:xfrm>
            <a:off x="816165" y="2937701"/>
            <a:ext cx="8580083" cy="1539620"/>
          </a:xfrm>
        </p:spPr>
        <p:txBody>
          <a:bodyPr anchor="b">
            <a:normAutofit/>
          </a:bodyPr>
          <a:lstStyle>
            <a:lvl1pPr algn="l">
              <a:defRPr sz="4400" b="1" spc="-100" baseline="0">
                <a:solidFill>
                  <a:schemeClr val="accent4"/>
                </a:solidFill>
              </a:defRPr>
            </a:lvl1pPr>
          </a:lstStyle>
          <a:p>
            <a:pPr algn="l"/>
            <a:r>
              <a:rPr lang="en-US" sz="4400" spc="-150">
                <a:solidFill>
                  <a:schemeClr val="bg1"/>
                </a:solidFill>
                <a:latin typeface="Arial" panose="020B0604020202020204" pitchFamily="34" charset="0"/>
                <a:cs typeface="Arial" panose="020B0604020202020204" pitchFamily="34" charset="0"/>
              </a:rPr>
              <a:t>Insert title</a:t>
            </a:r>
          </a:p>
        </p:txBody>
      </p:sp>
      <p:sp>
        <p:nvSpPr>
          <p:cNvPr id="14" name="Subtitle 2">
            <a:extLst>
              <a:ext uri="{FF2B5EF4-FFF2-40B4-BE49-F238E27FC236}">
                <a16:creationId xmlns:a16="http://schemas.microsoft.com/office/drawing/2014/main" id="{8DB921FF-3CA4-146C-77FD-7846FE59063F}"/>
              </a:ext>
            </a:extLst>
          </p:cNvPr>
          <p:cNvSpPr>
            <a:spLocks noGrp="1"/>
          </p:cNvSpPr>
          <p:nvPr>
            <p:ph type="subTitle" idx="1" hasCustomPrompt="1"/>
          </p:nvPr>
        </p:nvSpPr>
        <p:spPr>
          <a:xfrm>
            <a:off x="816165" y="4589988"/>
            <a:ext cx="6388675" cy="863761"/>
          </a:xfrm>
        </p:spPr>
        <p:txBody>
          <a:bodyPr>
            <a:normAutofit/>
          </a:bodyPr>
          <a:lstStyle>
            <a:lvl1pPr marL="0" indent="0" algn="l">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Subtitle</a:t>
            </a:r>
          </a:p>
        </p:txBody>
      </p:sp>
    </p:spTree>
    <p:extLst>
      <p:ext uri="{BB962C8B-B14F-4D97-AF65-F5344CB8AC3E}">
        <p14:creationId xmlns:p14="http://schemas.microsoft.com/office/powerpoint/2010/main" val="1891524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FFF48-7A04-8048-B74B-41DFCD14F2B1}"/>
              </a:ext>
            </a:extLst>
          </p:cNvPr>
          <p:cNvSpPr>
            <a:spLocks noGrp="1"/>
          </p:cNvSpPr>
          <p:nvPr>
            <p:ph type="title"/>
          </p:nvPr>
        </p:nvSpPr>
        <p:spPr>
          <a:xfrm>
            <a:off x="838199" y="405503"/>
            <a:ext cx="10515599" cy="973591"/>
          </a:xfrm>
        </p:spPr>
        <p:txBody>
          <a:bodyPr/>
          <a:lstStyle>
            <a:lvl1pPr algn="ctr">
              <a:defRPr b="1"/>
            </a:lvl1pPr>
          </a:lstStyle>
          <a:p>
            <a:r>
              <a:rPr lang="en-US"/>
              <a:t>Click to edit Master title style</a:t>
            </a:r>
          </a:p>
        </p:txBody>
      </p:sp>
      <p:sp>
        <p:nvSpPr>
          <p:cNvPr id="3" name="Content Placeholder 2">
            <a:extLst>
              <a:ext uri="{FF2B5EF4-FFF2-40B4-BE49-F238E27FC236}">
                <a16:creationId xmlns:a16="http://schemas.microsoft.com/office/drawing/2014/main" id="{11310A95-52F0-E74B-8C29-C824132900E4}"/>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62022C-9BF7-0C4E-9CFD-452FB0680E84}"/>
              </a:ext>
            </a:extLst>
          </p:cNvPr>
          <p:cNvSpPr>
            <a:spLocks noGrp="1"/>
          </p:cNvSpPr>
          <p:nvPr>
            <p:ph type="dt" sz="half" idx="10"/>
          </p:nvPr>
        </p:nvSpPr>
        <p:spPr>
          <a:xfrm>
            <a:off x="1812561" y="6506598"/>
            <a:ext cx="2743200" cy="365125"/>
          </a:xfrm>
        </p:spPr>
        <p:txBody>
          <a:bodyPr/>
          <a:lstStyle/>
          <a:p>
            <a:fld id="{32C453E0-6199-DE4B-9939-99AB4EA6679C}" type="datetime1">
              <a:rPr lang="en-US" smtClean="0"/>
              <a:t>5/9/2024</a:t>
            </a:fld>
            <a:endParaRPr lang="en-US"/>
          </a:p>
        </p:txBody>
      </p:sp>
      <p:pic>
        <p:nvPicPr>
          <p:cNvPr id="7" name="Picture 6">
            <a:extLst>
              <a:ext uri="{FF2B5EF4-FFF2-40B4-BE49-F238E27FC236}">
                <a16:creationId xmlns:a16="http://schemas.microsoft.com/office/drawing/2014/main" id="{7E1169D4-A3AF-9411-8AB6-C38821AD3601}"/>
              </a:ext>
            </a:extLst>
          </p:cNvPr>
          <p:cNvPicPr>
            <a:picLocks noChangeAspect="1"/>
          </p:cNvPicPr>
          <p:nvPr userDrawn="1"/>
        </p:nvPicPr>
        <p:blipFill>
          <a:blip r:embed="rId2">
            <a:extLst>
              <a:ext uri="{96DAC541-7B7A-43D3-8B79-37D633B846F1}">
                <asvg:svgBlip xmlns:asvg="http://schemas.microsoft.com/office/drawing/2016/SVG/main" r:embed="rId3"/>
              </a:ext>
            </a:extLst>
          </a:blip>
          <a:srcRect l="830" r="830"/>
          <a:stretch/>
        </p:blipFill>
        <p:spPr>
          <a:xfrm>
            <a:off x="239905" y="6356271"/>
            <a:ext cx="305010" cy="324260"/>
          </a:xfrm>
          <a:prstGeom prst="rect">
            <a:avLst/>
          </a:prstGeom>
        </p:spPr>
      </p:pic>
      <p:sp>
        <p:nvSpPr>
          <p:cNvPr id="9" name="Footer Placeholder 4">
            <a:extLst>
              <a:ext uri="{FF2B5EF4-FFF2-40B4-BE49-F238E27FC236}">
                <a16:creationId xmlns:a16="http://schemas.microsoft.com/office/drawing/2014/main" id="{A1F3BDF0-F060-FA6C-4D0F-B7FAEFA9EAB1}"/>
              </a:ext>
            </a:extLst>
          </p:cNvPr>
          <p:cNvSpPr>
            <a:spLocks noGrp="1"/>
          </p:cNvSpPr>
          <p:nvPr>
            <p:ph type="ftr" sz="quarter" idx="3"/>
          </p:nvPr>
        </p:nvSpPr>
        <p:spPr>
          <a:xfrm>
            <a:off x="7323083" y="6505975"/>
            <a:ext cx="4114800" cy="365125"/>
          </a:xfrm>
          <a:prstGeom prst="rect">
            <a:avLst/>
          </a:prstGeom>
        </p:spPr>
        <p:txBody>
          <a:bodyPr vert="horz" lIns="91440" tIns="45720" rIns="91440" bIns="45720" rtlCol="0" anchor="ctr"/>
          <a:lstStyle>
            <a:lvl1pPr algn="r">
              <a:defRPr sz="800">
                <a:solidFill>
                  <a:schemeClr val="tx1">
                    <a:alpha val="50000"/>
                  </a:schemeClr>
                </a:solidFill>
              </a:defRPr>
            </a:lvl1pPr>
          </a:lstStyle>
          <a:p>
            <a:r>
              <a:rPr lang="en-US"/>
              <a:t>© Kno2. All rights reserved.</a:t>
            </a:r>
          </a:p>
        </p:txBody>
      </p:sp>
      <p:sp>
        <p:nvSpPr>
          <p:cNvPr id="10" name="Slide Number Placeholder 5">
            <a:extLst>
              <a:ext uri="{FF2B5EF4-FFF2-40B4-BE49-F238E27FC236}">
                <a16:creationId xmlns:a16="http://schemas.microsoft.com/office/drawing/2014/main" id="{A6D2EA18-27AE-A850-E461-5AE893C55303}"/>
              </a:ext>
            </a:extLst>
          </p:cNvPr>
          <p:cNvSpPr>
            <a:spLocks noGrp="1"/>
          </p:cNvSpPr>
          <p:nvPr>
            <p:ph type="sldNum" sz="quarter" idx="4"/>
          </p:nvPr>
        </p:nvSpPr>
        <p:spPr>
          <a:xfrm>
            <a:off x="11554691" y="6505975"/>
            <a:ext cx="458675" cy="365125"/>
          </a:xfrm>
          <a:prstGeom prst="rect">
            <a:avLst/>
          </a:prstGeom>
        </p:spPr>
        <p:txBody>
          <a:bodyPr vert="horz" lIns="91440" tIns="45720" rIns="91440" bIns="45720" rtlCol="0" anchor="ctr"/>
          <a:lstStyle>
            <a:lvl1pPr algn="r">
              <a:defRPr sz="1200">
                <a:solidFill>
                  <a:schemeClr val="bg1">
                    <a:lumMod val="75000"/>
                  </a:schemeClr>
                </a:solidFill>
              </a:defRPr>
            </a:lvl1pPr>
          </a:lstStyle>
          <a:p>
            <a:fld id="{1B9B3185-E874-A849-A012-27E7860D5320}" type="slidenum">
              <a:rPr lang="en-US" smtClean="0"/>
              <a:pPr/>
              <a:t>‹#›</a:t>
            </a:fld>
            <a:endParaRPr lang="en-US"/>
          </a:p>
        </p:txBody>
      </p:sp>
    </p:spTree>
    <p:extLst>
      <p:ext uri="{BB962C8B-B14F-4D97-AF65-F5344CB8AC3E}">
        <p14:creationId xmlns:p14="http://schemas.microsoft.com/office/powerpoint/2010/main" val="806879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FFF48-7A04-8048-B74B-41DFCD14F2B1}"/>
              </a:ext>
            </a:extLst>
          </p:cNvPr>
          <p:cNvSpPr>
            <a:spLocks noGrp="1"/>
          </p:cNvSpPr>
          <p:nvPr>
            <p:ph type="title"/>
          </p:nvPr>
        </p:nvSpPr>
        <p:spPr>
          <a:xfrm>
            <a:off x="838199" y="405503"/>
            <a:ext cx="10515599" cy="973591"/>
          </a:xfrm>
        </p:spPr>
        <p:txBody>
          <a:bodyPr/>
          <a:lstStyle>
            <a:lvl1pPr algn="ctr">
              <a:defRPr b="1"/>
            </a:lvl1pPr>
          </a:lstStyle>
          <a:p>
            <a:r>
              <a:rPr lang="en-US"/>
              <a:t>Click to edit Master title style</a:t>
            </a:r>
          </a:p>
        </p:txBody>
      </p:sp>
      <p:sp>
        <p:nvSpPr>
          <p:cNvPr id="3" name="Content Placeholder 2">
            <a:extLst>
              <a:ext uri="{FF2B5EF4-FFF2-40B4-BE49-F238E27FC236}">
                <a16:creationId xmlns:a16="http://schemas.microsoft.com/office/drawing/2014/main" id="{11310A95-52F0-E74B-8C29-C824132900E4}"/>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62022C-9BF7-0C4E-9CFD-452FB0680E84}"/>
              </a:ext>
            </a:extLst>
          </p:cNvPr>
          <p:cNvSpPr>
            <a:spLocks noGrp="1"/>
          </p:cNvSpPr>
          <p:nvPr>
            <p:ph type="dt" sz="half" idx="10"/>
          </p:nvPr>
        </p:nvSpPr>
        <p:spPr>
          <a:xfrm>
            <a:off x="1812561" y="6506598"/>
            <a:ext cx="2743200" cy="365125"/>
          </a:xfrm>
        </p:spPr>
        <p:txBody>
          <a:bodyPr/>
          <a:lstStyle/>
          <a:p>
            <a:fld id="{C75D8CA9-385C-CF47-B2C7-04F615F1B7E4}" type="datetime1">
              <a:rPr lang="en-US" smtClean="0"/>
              <a:t>5/9/2024</a:t>
            </a:fld>
            <a:endParaRPr lang="en-US"/>
          </a:p>
        </p:txBody>
      </p:sp>
      <p:sp>
        <p:nvSpPr>
          <p:cNvPr id="9" name="Footer Placeholder 4">
            <a:extLst>
              <a:ext uri="{FF2B5EF4-FFF2-40B4-BE49-F238E27FC236}">
                <a16:creationId xmlns:a16="http://schemas.microsoft.com/office/drawing/2014/main" id="{A1F3BDF0-F060-FA6C-4D0F-B7FAEFA9EAB1}"/>
              </a:ext>
            </a:extLst>
          </p:cNvPr>
          <p:cNvSpPr>
            <a:spLocks noGrp="1"/>
          </p:cNvSpPr>
          <p:nvPr>
            <p:ph type="ftr" sz="quarter" idx="3"/>
          </p:nvPr>
        </p:nvSpPr>
        <p:spPr>
          <a:xfrm>
            <a:off x="7323083" y="6505975"/>
            <a:ext cx="4114800" cy="365125"/>
          </a:xfrm>
          <a:prstGeom prst="rect">
            <a:avLst/>
          </a:prstGeom>
        </p:spPr>
        <p:txBody>
          <a:bodyPr vert="horz" lIns="91440" tIns="45720" rIns="91440" bIns="45720" rtlCol="0" anchor="ctr"/>
          <a:lstStyle>
            <a:lvl1pPr algn="r">
              <a:defRPr sz="800">
                <a:solidFill>
                  <a:schemeClr val="tx1">
                    <a:alpha val="50000"/>
                  </a:schemeClr>
                </a:solidFill>
              </a:defRPr>
            </a:lvl1pPr>
          </a:lstStyle>
          <a:p>
            <a:r>
              <a:rPr lang="en-US"/>
              <a:t>© Kno2. All rights reserved.</a:t>
            </a:r>
          </a:p>
        </p:txBody>
      </p:sp>
      <p:sp>
        <p:nvSpPr>
          <p:cNvPr id="10" name="Slide Number Placeholder 5">
            <a:extLst>
              <a:ext uri="{FF2B5EF4-FFF2-40B4-BE49-F238E27FC236}">
                <a16:creationId xmlns:a16="http://schemas.microsoft.com/office/drawing/2014/main" id="{A6D2EA18-27AE-A850-E461-5AE893C55303}"/>
              </a:ext>
            </a:extLst>
          </p:cNvPr>
          <p:cNvSpPr>
            <a:spLocks noGrp="1"/>
          </p:cNvSpPr>
          <p:nvPr>
            <p:ph type="sldNum" sz="quarter" idx="4"/>
          </p:nvPr>
        </p:nvSpPr>
        <p:spPr>
          <a:xfrm>
            <a:off x="11554691" y="6505975"/>
            <a:ext cx="458675" cy="365125"/>
          </a:xfrm>
          <a:prstGeom prst="rect">
            <a:avLst/>
          </a:prstGeom>
        </p:spPr>
        <p:txBody>
          <a:bodyPr vert="horz" lIns="91440" tIns="45720" rIns="91440" bIns="45720" rtlCol="0" anchor="ctr"/>
          <a:lstStyle>
            <a:lvl1pPr algn="r">
              <a:defRPr sz="1200">
                <a:solidFill>
                  <a:schemeClr val="bg1">
                    <a:lumMod val="75000"/>
                  </a:schemeClr>
                </a:solidFill>
              </a:defRPr>
            </a:lvl1pPr>
          </a:lstStyle>
          <a:p>
            <a:fld id="{1B9B3185-E874-A849-A012-27E7860D5320}" type="slidenum">
              <a:rPr lang="en-US" smtClean="0"/>
              <a:pPr/>
              <a:t>‹#›</a:t>
            </a:fld>
            <a:endParaRPr lang="en-US"/>
          </a:p>
        </p:txBody>
      </p:sp>
      <p:pic>
        <p:nvPicPr>
          <p:cNvPr id="11" name="Picture 8">
            <a:extLst>
              <a:ext uri="{FF2B5EF4-FFF2-40B4-BE49-F238E27FC236}">
                <a16:creationId xmlns:a16="http://schemas.microsoft.com/office/drawing/2014/main" id="{C91A00F0-2632-E788-EB79-60B69E13EEE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39905" y="6356271"/>
            <a:ext cx="930485" cy="324260"/>
          </a:xfrm>
          <a:prstGeom prst="rect">
            <a:avLst/>
          </a:prstGeom>
        </p:spPr>
      </p:pic>
    </p:spTree>
    <p:extLst>
      <p:ext uri="{BB962C8B-B14F-4D97-AF65-F5344CB8AC3E}">
        <p14:creationId xmlns:p14="http://schemas.microsoft.com/office/powerpoint/2010/main" val="1705583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FFF48-7A04-8048-B74B-41DFCD14F2B1}"/>
              </a:ext>
            </a:extLst>
          </p:cNvPr>
          <p:cNvSpPr>
            <a:spLocks noGrp="1"/>
          </p:cNvSpPr>
          <p:nvPr>
            <p:ph type="title"/>
          </p:nvPr>
        </p:nvSpPr>
        <p:spPr>
          <a:xfrm>
            <a:off x="838199" y="405503"/>
            <a:ext cx="10515599" cy="973591"/>
          </a:xfrm>
        </p:spPr>
        <p:txBody>
          <a:bodyPr/>
          <a:lstStyle>
            <a:lvl1pPr algn="ctr">
              <a:defRPr b="1"/>
            </a:lvl1pPr>
          </a:lstStyle>
          <a:p>
            <a:r>
              <a:rPr lang="en-US"/>
              <a:t>Click to edit Master title style</a:t>
            </a:r>
          </a:p>
        </p:txBody>
      </p:sp>
      <p:sp>
        <p:nvSpPr>
          <p:cNvPr id="3" name="Content Placeholder 2">
            <a:extLst>
              <a:ext uri="{FF2B5EF4-FFF2-40B4-BE49-F238E27FC236}">
                <a16:creationId xmlns:a16="http://schemas.microsoft.com/office/drawing/2014/main" id="{11310A95-52F0-E74B-8C29-C824132900E4}"/>
              </a:ext>
            </a:extLst>
          </p:cNvPr>
          <p:cNvSpPr>
            <a:spLocks noGrp="1"/>
          </p:cNvSpPr>
          <p:nvPr>
            <p:ph idx="1"/>
          </p:nvPr>
        </p:nvSpPr>
        <p:spPr>
          <a:xfrm>
            <a:off x="838200" y="1497255"/>
            <a:ext cx="5179100" cy="43513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62022C-9BF7-0C4E-9CFD-452FB0680E84}"/>
              </a:ext>
            </a:extLst>
          </p:cNvPr>
          <p:cNvSpPr>
            <a:spLocks noGrp="1"/>
          </p:cNvSpPr>
          <p:nvPr>
            <p:ph type="dt" sz="half" idx="10"/>
          </p:nvPr>
        </p:nvSpPr>
        <p:spPr>
          <a:xfrm>
            <a:off x="1812561" y="6506598"/>
            <a:ext cx="2743200" cy="365125"/>
          </a:xfrm>
        </p:spPr>
        <p:txBody>
          <a:bodyPr/>
          <a:lstStyle/>
          <a:p>
            <a:fld id="{13F3BA30-6646-9541-B935-E6EBAD32445A}" type="datetime1">
              <a:rPr lang="en-US" smtClean="0"/>
              <a:t>5/9/2024</a:t>
            </a:fld>
            <a:endParaRPr lang="en-US"/>
          </a:p>
        </p:txBody>
      </p:sp>
      <p:sp>
        <p:nvSpPr>
          <p:cNvPr id="9" name="Footer Placeholder 4">
            <a:extLst>
              <a:ext uri="{FF2B5EF4-FFF2-40B4-BE49-F238E27FC236}">
                <a16:creationId xmlns:a16="http://schemas.microsoft.com/office/drawing/2014/main" id="{A1F3BDF0-F060-FA6C-4D0F-B7FAEFA9EAB1}"/>
              </a:ext>
            </a:extLst>
          </p:cNvPr>
          <p:cNvSpPr>
            <a:spLocks noGrp="1"/>
          </p:cNvSpPr>
          <p:nvPr>
            <p:ph type="ftr" sz="quarter" idx="3"/>
          </p:nvPr>
        </p:nvSpPr>
        <p:spPr>
          <a:xfrm>
            <a:off x="7323083" y="6505975"/>
            <a:ext cx="4114800" cy="365125"/>
          </a:xfrm>
          <a:prstGeom prst="rect">
            <a:avLst/>
          </a:prstGeom>
        </p:spPr>
        <p:txBody>
          <a:bodyPr vert="horz" lIns="91440" tIns="45720" rIns="91440" bIns="45720" rtlCol="0" anchor="ctr"/>
          <a:lstStyle>
            <a:lvl1pPr algn="r">
              <a:defRPr sz="800">
                <a:solidFill>
                  <a:schemeClr val="tx1">
                    <a:alpha val="50000"/>
                  </a:schemeClr>
                </a:solidFill>
              </a:defRPr>
            </a:lvl1pPr>
          </a:lstStyle>
          <a:p>
            <a:r>
              <a:rPr lang="en-US"/>
              <a:t>© Kno2. All rights reserved.</a:t>
            </a:r>
          </a:p>
        </p:txBody>
      </p:sp>
      <p:sp>
        <p:nvSpPr>
          <p:cNvPr id="10" name="Slide Number Placeholder 5">
            <a:extLst>
              <a:ext uri="{FF2B5EF4-FFF2-40B4-BE49-F238E27FC236}">
                <a16:creationId xmlns:a16="http://schemas.microsoft.com/office/drawing/2014/main" id="{A6D2EA18-27AE-A850-E461-5AE893C55303}"/>
              </a:ext>
            </a:extLst>
          </p:cNvPr>
          <p:cNvSpPr>
            <a:spLocks noGrp="1"/>
          </p:cNvSpPr>
          <p:nvPr>
            <p:ph type="sldNum" sz="quarter" idx="4"/>
          </p:nvPr>
        </p:nvSpPr>
        <p:spPr>
          <a:xfrm>
            <a:off x="11554691" y="6505975"/>
            <a:ext cx="458675" cy="365125"/>
          </a:xfrm>
          <a:prstGeom prst="rect">
            <a:avLst/>
          </a:prstGeom>
        </p:spPr>
        <p:txBody>
          <a:bodyPr vert="horz" lIns="91440" tIns="45720" rIns="91440" bIns="45720" rtlCol="0" anchor="ctr"/>
          <a:lstStyle>
            <a:lvl1pPr algn="r">
              <a:defRPr sz="1200">
                <a:solidFill>
                  <a:schemeClr val="bg1">
                    <a:lumMod val="75000"/>
                  </a:schemeClr>
                </a:solidFill>
              </a:defRPr>
            </a:lvl1pPr>
          </a:lstStyle>
          <a:p>
            <a:fld id="{1B9B3185-E874-A849-A012-27E7860D5320}" type="slidenum">
              <a:rPr lang="en-US" smtClean="0"/>
              <a:pPr/>
              <a:t>‹#›</a:t>
            </a:fld>
            <a:endParaRPr lang="en-US"/>
          </a:p>
        </p:txBody>
      </p:sp>
      <p:pic>
        <p:nvPicPr>
          <p:cNvPr id="11" name="Picture 8">
            <a:extLst>
              <a:ext uri="{FF2B5EF4-FFF2-40B4-BE49-F238E27FC236}">
                <a16:creationId xmlns:a16="http://schemas.microsoft.com/office/drawing/2014/main" id="{C91A00F0-2632-E788-EB79-60B69E13EEE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39905" y="6356271"/>
            <a:ext cx="930485" cy="324260"/>
          </a:xfrm>
          <a:prstGeom prst="rect">
            <a:avLst/>
          </a:prstGeom>
        </p:spPr>
      </p:pic>
      <p:sp>
        <p:nvSpPr>
          <p:cNvPr id="8" name="Content Placeholder 2">
            <a:extLst>
              <a:ext uri="{FF2B5EF4-FFF2-40B4-BE49-F238E27FC236}">
                <a16:creationId xmlns:a16="http://schemas.microsoft.com/office/drawing/2014/main" id="{5B3BAFA5-7F92-19B8-4095-7F0DF1042237}"/>
              </a:ext>
            </a:extLst>
          </p:cNvPr>
          <p:cNvSpPr>
            <a:spLocks noGrp="1"/>
          </p:cNvSpPr>
          <p:nvPr>
            <p:ph idx="11"/>
          </p:nvPr>
        </p:nvSpPr>
        <p:spPr>
          <a:xfrm>
            <a:off x="6174698" y="1497255"/>
            <a:ext cx="5179100" cy="43513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7394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Block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86AF50D-C61F-DF03-136B-7D5CA4155D96}"/>
              </a:ext>
            </a:extLst>
          </p:cNvPr>
          <p:cNvSpPr/>
          <p:nvPr userDrawn="1"/>
        </p:nvSpPr>
        <p:spPr>
          <a:xfrm>
            <a:off x="0" y="0"/>
            <a:ext cx="12192000" cy="3266501"/>
          </a:xfrm>
          <a:prstGeom prst="rect">
            <a:avLst/>
          </a:prstGeom>
          <a:solidFill>
            <a:srgbClr val="E4F3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FFFF48-7A04-8048-B74B-41DFCD14F2B1}"/>
              </a:ext>
            </a:extLst>
          </p:cNvPr>
          <p:cNvSpPr>
            <a:spLocks noGrp="1"/>
          </p:cNvSpPr>
          <p:nvPr>
            <p:ph type="title"/>
          </p:nvPr>
        </p:nvSpPr>
        <p:spPr>
          <a:xfrm>
            <a:off x="838199" y="405503"/>
            <a:ext cx="10515599" cy="973591"/>
          </a:xfrm>
        </p:spPr>
        <p:txBody>
          <a:bodyPr/>
          <a:lstStyle>
            <a:lvl1pPr algn="ctr">
              <a:defRPr b="1"/>
            </a:lvl1pPr>
          </a:lstStyle>
          <a:p>
            <a:r>
              <a:rPr lang="en-US"/>
              <a:t>Click to edit Master title style</a:t>
            </a:r>
          </a:p>
        </p:txBody>
      </p:sp>
      <p:sp>
        <p:nvSpPr>
          <p:cNvPr id="3" name="Content Placeholder 2">
            <a:extLst>
              <a:ext uri="{FF2B5EF4-FFF2-40B4-BE49-F238E27FC236}">
                <a16:creationId xmlns:a16="http://schemas.microsoft.com/office/drawing/2014/main" id="{11310A95-52F0-E74B-8C29-C824132900E4}"/>
              </a:ext>
            </a:extLst>
          </p:cNvPr>
          <p:cNvSpPr>
            <a:spLocks noGrp="1"/>
          </p:cNvSpPr>
          <p:nvPr>
            <p:ph idx="1"/>
          </p:nvPr>
        </p:nvSpPr>
        <p:spPr>
          <a:xfrm>
            <a:off x="673309" y="1514007"/>
            <a:ext cx="3523937" cy="4334586"/>
          </a:xfrm>
          <a:prstGeom prst="roundRect">
            <a:avLst>
              <a:gd name="adj" fmla="val 4579"/>
            </a:avLst>
          </a:prstGeom>
          <a:solidFill>
            <a:schemeClr val="bg1"/>
          </a:solidFill>
          <a:effectLst>
            <a:outerShdw blurRad="221743" algn="ctr" rotWithShape="0">
              <a:prstClr val="black">
                <a:alpha val="10390"/>
              </a:prstClr>
            </a:outerShdw>
          </a:effectLst>
        </p:spPr>
        <p:txBody>
          <a:bodyPr lIns="182880" tIns="274320" rIns="182880" bIns="274320"/>
          <a:lstStyle>
            <a:lvl1pPr>
              <a:defRPr sz="2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C762022C-9BF7-0C4E-9CFD-452FB0680E84}"/>
              </a:ext>
            </a:extLst>
          </p:cNvPr>
          <p:cNvSpPr>
            <a:spLocks noGrp="1"/>
          </p:cNvSpPr>
          <p:nvPr>
            <p:ph type="dt" sz="half" idx="10"/>
          </p:nvPr>
        </p:nvSpPr>
        <p:spPr>
          <a:xfrm>
            <a:off x="1812561" y="6506598"/>
            <a:ext cx="2743200" cy="365125"/>
          </a:xfrm>
        </p:spPr>
        <p:txBody>
          <a:bodyPr/>
          <a:lstStyle/>
          <a:p>
            <a:fld id="{4F4530D5-7FAD-E149-B617-F4A9CBBBBBF7}" type="datetime1">
              <a:rPr lang="en-US" smtClean="0"/>
              <a:t>5/9/2024</a:t>
            </a:fld>
            <a:endParaRPr lang="en-US"/>
          </a:p>
        </p:txBody>
      </p:sp>
      <p:sp>
        <p:nvSpPr>
          <p:cNvPr id="9" name="Footer Placeholder 4">
            <a:extLst>
              <a:ext uri="{FF2B5EF4-FFF2-40B4-BE49-F238E27FC236}">
                <a16:creationId xmlns:a16="http://schemas.microsoft.com/office/drawing/2014/main" id="{A1F3BDF0-F060-FA6C-4D0F-B7FAEFA9EAB1}"/>
              </a:ext>
            </a:extLst>
          </p:cNvPr>
          <p:cNvSpPr>
            <a:spLocks noGrp="1"/>
          </p:cNvSpPr>
          <p:nvPr>
            <p:ph type="ftr" sz="quarter" idx="3"/>
          </p:nvPr>
        </p:nvSpPr>
        <p:spPr>
          <a:xfrm>
            <a:off x="7323083" y="6505975"/>
            <a:ext cx="4114800" cy="365125"/>
          </a:xfrm>
          <a:prstGeom prst="rect">
            <a:avLst/>
          </a:prstGeom>
        </p:spPr>
        <p:txBody>
          <a:bodyPr vert="horz" lIns="91440" tIns="45720" rIns="91440" bIns="45720" rtlCol="0" anchor="ctr"/>
          <a:lstStyle>
            <a:lvl1pPr algn="r">
              <a:defRPr sz="800">
                <a:solidFill>
                  <a:schemeClr val="tx1">
                    <a:alpha val="50000"/>
                  </a:schemeClr>
                </a:solidFill>
              </a:defRPr>
            </a:lvl1pPr>
          </a:lstStyle>
          <a:p>
            <a:r>
              <a:rPr lang="en-US"/>
              <a:t>© Kno2. All rights reserved.</a:t>
            </a:r>
          </a:p>
        </p:txBody>
      </p:sp>
      <p:sp>
        <p:nvSpPr>
          <p:cNvPr id="10" name="Slide Number Placeholder 5">
            <a:extLst>
              <a:ext uri="{FF2B5EF4-FFF2-40B4-BE49-F238E27FC236}">
                <a16:creationId xmlns:a16="http://schemas.microsoft.com/office/drawing/2014/main" id="{A6D2EA18-27AE-A850-E461-5AE893C55303}"/>
              </a:ext>
            </a:extLst>
          </p:cNvPr>
          <p:cNvSpPr>
            <a:spLocks noGrp="1"/>
          </p:cNvSpPr>
          <p:nvPr>
            <p:ph type="sldNum" sz="quarter" idx="4"/>
          </p:nvPr>
        </p:nvSpPr>
        <p:spPr>
          <a:xfrm>
            <a:off x="11554691" y="6505975"/>
            <a:ext cx="458675" cy="365125"/>
          </a:xfrm>
          <a:prstGeom prst="rect">
            <a:avLst/>
          </a:prstGeom>
        </p:spPr>
        <p:txBody>
          <a:bodyPr vert="horz" lIns="91440" tIns="45720" rIns="91440" bIns="45720" rtlCol="0" anchor="ctr"/>
          <a:lstStyle>
            <a:lvl1pPr algn="r">
              <a:defRPr sz="1200">
                <a:solidFill>
                  <a:schemeClr val="bg1">
                    <a:lumMod val="75000"/>
                  </a:schemeClr>
                </a:solidFill>
              </a:defRPr>
            </a:lvl1pPr>
          </a:lstStyle>
          <a:p>
            <a:fld id="{1B9B3185-E874-A849-A012-27E7860D5320}" type="slidenum">
              <a:rPr lang="en-US" smtClean="0"/>
              <a:pPr/>
              <a:t>‹#›</a:t>
            </a:fld>
            <a:endParaRPr lang="en-US"/>
          </a:p>
        </p:txBody>
      </p:sp>
      <p:pic>
        <p:nvPicPr>
          <p:cNvPr id="11" name="Picture 8">
            <a:extLst>
              <a:ext uri="{FF2B5EF4-FFF2-40B4-BE49-F238E27FC236}">
                <a16:creationId xmlns:a16="http://schemas.microsoft.com/office/drawing/2014/main" id="{C91A00F0-2632-E788-EB79-60B69E13EEE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39905" y="6356271"/>
            <a:ext cx="930485" cy="324260"/>
          </a:xfrm>
          <a:prstGeom prst="rect">
            <a:avLst/>
          </a:prstGeom>
        </p:spPr>
      </p:pic>
      <p:sp>
        <p:nvSpPr>
          <p:cNvPr id="14" name="Content Placeholder 2">
            <a:extLst>
              <a:ext uri="{FF2B5EF4-FFF2-40B4-BE49-F238E27FC236}">
                <a16:creationId xmlns:a16="http://schemas.microsoft.com/office/drawing/2014/main" id="{C0BB9C9D-CCE5-53FA-3820-90936E6978D7}"/>
              </a:ext>
            </a:extLst>
          </p:cNvPr>
          <p:cNvSpPr>
            <a:spLocks noGrp="1"/>
          </p:cNvSpPr>
          <p:nvPr>
            <p:ph idx="11"/>
          </p:nvPr>
        </p:nvSpPr>
        <p:spPr>
          <a:xfrm>
            <a:off x="4319040" y="1514007"/>
            <a:ext cx="3523937" cy="4334586"/>
          </a:xfrm>
          <a:prstGeom prst="roundRect">
            <a:avLst>
              <a:gd name="adj" fmla="val 4579"/>
            </a:avLst>
          </a:prstGeom>
          <a:solidFill>
            <a:schemeClr val="bg1"/>
          </a:solidFill>
          <a:effectLst>
            <a:outerShdw blurRad="221743" algn="ctr" rotWithShape="0">
              <a:prstClr val="black">
                <a:alpha val="10390"/>
              </a:prstClr>
            </a:outerShdw>
          </a:effectLst>
        </p:spPr>
        <p:txBody>
          <a:bodyPr lIns="182880" tIns="274320" rIns="182880" bIns="274320"/>
          <a:lstStyle>
            <a:lvl1pPr>
              <a:defRPr sz="2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15" name="Content Placeholder 2">
            <a:extLst>
              <a:ext uri="{FF2B5EF4-FFF2-40B4-BE49-F238E27FC236}">
                <a16:creationId xmlns:a16="http://schemas.microsoft.com/office/drawing/2014/main" id="{3CBF02F0-C044-393F-D471-FF298D16FA64}"/>
              </a:ext>
            </a:extLst>
          </p:cNvPr>
          <p:cNvSpPr>
            <a:spLocks noGrp="1"/>
          </p:cNvSpPr>
          <p:nvPr>
            <p:ph idx="12"/>
          </p:nvPr>
        </p:nvSpPr>
        <p:spPr>
          <a:xfrm>
            <a:off x="8003500" y="1514007"/>
            <a:ext cx="3523937" cy="4334586"/>
          </a:xfrm>
          <a:prstGeom prst="roundRect">
            <a:avLst>
              <a:gd name="adj" fmla="val 4579"/>
            </a:avLst>
          </a:prstGeom>
          <a:solidFill>
            <a:schemeClr val="bg1"/>
          </a:solidFill>
          <a:effectLst>
            <a:outerShdw blurRad="221743" algn="ctr" rotWithShape="0">
              <a:prstClr val="black">
                <a:alpha val="10390"/>
              </a:prstClr>
            </a:outerShdw>
          </a:effectLst>
        </p:spPr>
        <p:txBody>
          <a:bodyPr lIns="182880" tIns="274320" rIns="182880" bIns="274320"/>
          <a:lstStyle>
            <a:lvl1pPr>
              <a:defRPr sz="2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92452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ue Box Left">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E268F56-2053-952B-0E07-2BDBC2236A31}"/>
              </a:ext>
            </a:extLst>
          </p:cNvPr>
          <p:cNvPicPr>
            <a:picLocks noChangeAspect="1"/>
          </p:cNvPicPr>
          <p:nvPr userDrawn="1"/>
        </p:nvPicPr>
        <p:blipFill>
          <a:blip r:embed="rId2">
            <a:alphaModFix/>
          </a:blip>
          <a:stretch>
            <a:fillRect/>
          </a:stretch>
        </p:blipFill>
        <p:spPr>
          <a:xfrm>
            <a:off x="4997428" y="1312314"/>
            <a:ext cx="1718733" cy="1996763"/>
          </a:xfrm>
          <a:prstGeom prst="rect">
            <a:avLst/>
          </a:prstGeom>
        </p:spPr>
      </p:pic>
      <p:sp>
        <p:nvSpPr>
          <p:cNvPr id="2" name="Title 1">
            <a:extLst>
              <a:ext uri="{FF2B5EF4-FFF2-40B4-BE49-F238E27FC236}">
                <a16:creationId xmlns:a16="http://schemas.microsoft.com/office/drawing/2014/main" id="{ACFFFF48-7A04-8048-B74B-41DFCD14F2B1}"/>
              </a:ext>
            </a:extLst>
          </p:cNvPr>
          <p:cNvSpPr>
            <a:spLocks noGrp="1"/>
          </p:cNvSpPr>
          <p:nvPr>
            <p:ph type="title"/>
          </p:nvPr>
        </p:nvSpPr>
        <p:spPr>
          <a:xfrm>
            <a:off x="7390588" y="1621342"/>
            <a:ext cx="3954183" cy="1002131"/>
          </a:xfrm>
        </p:spPr>
        <p:txBody>
          <a:bodyPr/>
          <a:lstStyle>
            <a:lvl1pPr algn="l">
              <a:defRPr b="0"/>
            </a:lvl1pPr>
          </a:lstStyle>
          <a:p>
            <a:r>
              <a:rPr lang="en-US"/>
              <a:t>Click to edit Master title style</a:t>
            </a:r>
          </a:p>
        </p:txBody>
      </p:sp>
      <p:sp>
        <p:nvSpPr>
          <p:cNvPr id="4" name="Date Placeholder 3">
            <a:extLst>
              <a:ext uri="{FF2B5EF4-FFF2-40B4-BE49-F238E27FC236}">
                <a16:creationId xmlns:a16="http://schemas.microsoft.com/office/drawing/2014/main" id="{C762022C-9BF7-0C4E-9CFD-452FB0680E84}"/>
              </a:ext>
            </a:extLst>
          </p:cNvPr>
          <p:cNvSpPr>
            <a:spLocks noGrp="1"/>
          </p:cNvSpPr>
          <p:nvPr>
            <p:ph type="dt" sz="half" idx="10"/>
          </p:nvPr>
        </p:nvSpPr>
        <p:spPr>
          <a:xfrm>
            <a:off x="1812561" y="6506598"/>
            <a:ext cx="2743200" cy="365125"/>
          </a:xfrm>
        </p:spPr>
        <p:txBody>
          <a:bodyPr/>
          <a:lstStyle/>
          <a:p>
            <a:fld id="{F490BFB1-209A-FE4D-A1A3-12E6EF462586}" type="datetime1">
              <a:rPr lang="en-US" smtClean="0"/>
              <a:t>5/9/2024</a:t>
            </a:fld>
            <a:endParaRPr lang="en-US"/>
          </a:p>
        </p:txBody>
      </p:sp>
      <p:sp>
        <p:nvSpPr>
          <p:cNvPr id="9" name="Footer Placeholder 4">
            <a:extLst>
              <a:ext uri="{FF2B5EF4-FFF2-40B4-BE49-F238E27FC236}">
                <a16:creationId xmlns:a16="http://schemas.microsoft.com/office/drawing/2014/main" id="{A1F3BDF0-F060-FA6C-4D0F-B7FAEFA9EAB1}"/>
              </a:ext>
            </a:extLst>
          </p:cNvPr>
          <p:cNvSpPr>
            <a:spLocks noGrp="1"/>
          </p:cNvSpPr>
          <p:nvPr>
            <p:ph type="ftr" sz="quarter" idx="3"/>
          </p:nvPr>
        </p:nvSpPr>
        <p:spPr>
          <a:xfrm>
            <a:off x="7323083" y="6505975"/>
            <a:ext cx="4114800" cy="365125"/>
          </a:xfrm>
          <a:prstGeom prst="rect">
            <a:avLst/>
          </a:prstGeom>
        </p:spPr>
        <p:txBody>
          <a:bodyPr vert="horz" lIns="91440" tIns="45720" rIns="91440" bIns="45720" rtlCol="0" anchor="ctr"/>
          <a:lstStyle>
            <a:lvl1pPr algn="r">
              <a:defRPr sz="800">
                <a:solidFill>
                  <a:schemeClr val="tx1">
                    <a:alpha val="50000"/>
                  </a:schemeClr>
                </a:solidFill>
              </a:defRPr>
            </a:lvl1pPr>
          </a:lstStyle>
          <a:p>
            <a:r>
              <a:rPr lang="en-US"/>
              <a:t>© Kno2. All rights reserved.</a:t>
            </a:r>
          </a:p>
        </p:txBody>
      </p:sp>
      <p:sp>
        <p:nvSpPr>
          <p:cNvPr id="10" name="Slide Number Placeholder 5">
            <a:extLst>
              <a:ext uri="{FF2B5EF4-FFF2-40B4-BE49-F238E27FC236}">
                <a16:creationId xmlns:a16="http://schemas.microsoft.com/office/drawing/2014/main" id="{A6D2EA18-27AE-A850-E461-5AE893C55303}"/>
              </a:ext>
            </a:extLst>
          </p:cNvPr>
          <p:cNvSpPr>
            <a:spLocks noGrp="1"/>
          </p:cNvSpPr>
          <p:nvPr>
            <p:ph type="sldNum" sz="quarter" idx="4"/>
          </p:nvPr>
        </p:nvSpPr>
        <p:spPr>
          <a:xfrm>
            <a:off x="11554691" y="6505975"/>
            <a:ext cx="458675" cy="365125"/>
          </a:xfrm>
          <a:prstGeom prst="rect">
            <a:avLst/>
          </a:prstGeom>
        </p:spPr>
        <p:txBody>
          <a:bodyPr vert="horz" lIns="91440" tIns="45720" rIns="91440" bIns="45720" rtlCol="0" anchor="ctr"/>
          <a:lstStyle>
            <a:lvl1pPr algn="r">
              <a:defRPr sz="1200">
                <a:solidFill>
                  <a:schemeClr val="bg1">
                    <a:lumMod val="75000"/>
                  </a:schemeClr>
                </a:solidFill>
              </a:defRPr>
            </a:lvl1pPr>
          </a:lstStyle>
          <a:p>
            <a:fld id="{1B9B3185-E874-A849-A012-27E7860D5320}" type="slidenum">
              <a:rPr lang="en-US" smtClean="0"/>
              <a:pPr/>
              <a:t>‹#›</a:t>
            </a:fld>
            <a:endParaRPr lang="en-US"/>
          </a:p>
        </p:txBody>
      </p:sp>
      <p:pic>
        <p:nvPicPr>
          <p:cNvPr id="11" name="Picture 8">
            <a:extLst>
              <a:ext uri="{FF2B5EF4-FFF2-40B4-BE49-F238E27FC236}">
                <a16:creationId xmlns:a16="http://schemas.microsoft.com/office/drawing/2014/main" id="{C91A00F0-2632-E788-EB79-60B69E13EEE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239905" y="6356271"/>
            <a:ext cx="930485" cy="324260"/>
          </a:xfrm>
          <a:prstGeom prst="rect">
            <a:avLst/>
          </a:prstGeom>
        </p:spPr>
      </p:pic>
      <p:sp>
        <p:nvSpPr>
          <p:cNvPr id="15" name="Content Placeholder 2">
            <a:extLst>
              <a:ext uri="{FF2B5EF4-FFF2-40B4-BE49-F238E27FC236}">
                <a16:creationId xmlns:a16="http://schemas.microsoft.com/office/drawing/2014/main" id="{3CBF02F0-C044-393F-D471-FF298D16FA64}"/>
              </a:ext>
            </a:extLst>
          </p:cNvPr>
          <p:cNvSpPr>
            <a:spLocks noGrp="1"/>
          </p:cNvSpPr>
          <p:nvPr>
            <p:ph idx="12"/>
          </p:nvPr>
        </p:nvSpPr>
        <p:spPr>
          <a:xfrm>
            <a:off x="674557" y="734714"/>
            <a:ext cx="4608091" cy="5148726"/>
          </a:xfrm>
          <a:prstGeom prst="roundRect">
            <a:avLst>
              <a:gd name="adj" fmla="val 4579"/>
            </a:avLst>
          </a:prstGeom>
          <a:solidFill>
            <a:schemeClr val="tx2"/>
          </a:solidFill>
          <a:effectLst>
            <a:outerShdw blurRad="221743" algn="ctr" rotWithShape="0">
              <a:prstClr val="black">
                <a:alpha val="10390"/>
              </a:prstClr>
            </a:outerShdw>
          </a:effectLst>
        </p:spPr>
        <p:txBody>
          <a:bodyPr lIns="457200" tIns="822960" rIns="457200" bIns="365760"/>
          <a:lstStyle>
            <a:lvl1pPr marL="0" indent="0">
              <a:buNone/>
              <a:defRPr sz="3200">
                <a:solidFill>
                  <a:schemeClr val="bg1"/>
                </a:solidFill>
              </a:defRPr>
            </a:lvl1pPr>
            <a:lvl2pPr marL="14288" indent="0">
              <a:spcBef>
                <a:spcPts val="2300"/>
              </a:spcBef>
              <a:buNone/>
              <a:tabLst/>
              <a:defRPr sz="1800">
                <a:solidFill>
                  <a:schemeClr val="bg2"/>
                </a:solidFill>
              </a:defRPr>
            </a:lvl2pPr>
            <a:lvl3pPr>
              <a:defRPr>
                <a:solidFill>
                  <a:schemeClr val="bg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22" name="Text Placeholder 17">
            <a:extLst>
              <a:ext uri="{FF2B5EF4-FFF2-40B4-BE49-F238E27FC236}">
                <a16:creationId xmlns:a16="http://schemas.microsoft.com/office/drawing/2014/main" id="{54D7D497-FF2F-A1BD-7651-EE88A21F82EA}"/>
              </a:ext>
            </a:extLst>
          </p:cNvPr>
          <p:cNvSpPr>
            <a:spLocks noGrp="1"/>
          </p:cNvSpPr>
          <p:nvPr>
            <p:ph type="body" sz="quarter" idx="13" hasCustomPrompt="1"/>
          </p:nvPr>
        </p:nvSpPr>
        <p:spPr>
          <a:xfrm>
            <a:off x="1149879" y="1139153"/>
            <a:ext cx="3954183" cy="323843"/>
          </a:xfrm>
        </p:spPr>
        <p:txBody>
          <a:bodyPr>
            <a:normAutofit/>
          </a:bodyPr>
          <a:lstStyle>
            <a:lvl1pPr marL="0" indent="0" algn="l">
              <a:buNone/>
              <a:defRPr sz="1200" spc="300">
                <a:solidFill>
                  <a:schemeClr val="accent4"/>
                </a:solidFill>
              </a:defRPr>
            </a:lvl1pPr>
            <a:lvl2pPr>
              <a:defRPr sz="1200"/>
            </a:lvl2pPr>
            <a:lvl3pPr>
              <a:defRPr sz="1200"/>
            </a:lvl3pPr>
            <a:lvl4pPr>
              <a:defRPr sz="1200"/>
            </a:lvl4pPr>
            <a:lvl5pPr>
              <a:defRPr sz="1200"/>
            </a:lvl5pPr>
          </a:lstStyle>
          <a:p>
            <a:pPr lvl="0"/>
            <a:r>
              <a:rPr lang="en-US"/>
              <a:t>ACCENT TEXT</a:t>
            </a:r>
          </a:p>
        </p:txBody>
      </p:sp>
      <p:sp>
        <p:nvSpPr>
          <p:cNvPr id="24" name="Text Placeholder 17">
            <a:extLst>
              <a:ext uri="{FF2B5EF4-FFF2-40B4-BE49-F238E27FC236}">
                <a16:creationId xmlns:a16="http://schemas.microsoft.com/office/drawing/2014/main" id="{45D19D54-A3FE-7194-D393-AE9F735A420B}"/>
              </a:ext>
            </a:extLst>
          </p:cNvPr>
          <p:cNvSpPr>
            <a:spLocks noGrp="1"/>
          </p:cNvSpPr>
          <p:nvPr>
            <p:ph type="body" sz="quarter" idx="14" hasCustomPrompt="1"/>
          </p:nvPr>
        </p:nvSpPr>
        <p:spPr>
          <a:xfrm>
            <a:off x="7406739" y="1139153"/>
            <a:ext cx="3954183" cy="323843"/>
          </a:xfrm>
        </p:spPr>
        <p:txBody>
          <a:bodyPr>
            <a:normAutofit/>
          </a:bodyPr>
          <a:lstStyle>
            <a:lvl1pPr marL="0" indent="0" algn="l">
              <a:buNone/>
              <a:defRPr sz="1200" spc="300">
                <a:solidFill>
                  <a:schemeClr val="accent1"/>
                </a:solidFill>
              </a:defRPr>
            </a:lvl1pPr>
            <a:lvl2pPr>
              <a:defRPr sz="1200"/>
            </a:lvl2pPr>
            <a:lvl3pPr>
              <a:defRPr sz="1200"/>
            </a:lvl3pPr>
            <a:lvl4pPr>
              <a:defRPr sz="1200"/>
            </a:lvl4pPr>
            <a:lvl5pPr>
              <a:defRPr sz="1200"/>
            </a:lvl5pPr>
          </a:lstStyle>
          <a:p>
            <a:pPr lvl="0"/>
            <a:r>
              <a:rPr lang="en-US"/>
              <a:t>ACCENT TEXT</a:t>
            </a:r>
          </a:p>
        </p:txBody>
      </p:sp>
      <p:sp>
        <p:nvSpPr>
          <p:cNvPr id="25" name="Content Placeholder 2">
            <a:extLst>
              <a:ext uri="{FF2B5EF4-FFF2-40B4-BE49-F238E27FC236}">
                <a16:creationId xmlns:a16="http://schemas.microsoft.com/office/drawing/2014/main" id="{7145557C-C637-5897-4CE5-63C3F995AC1B}"/>
              </a:ext>
            </a:extLst>
          </p:cNvPr>
          <p:cNvSpPr>
            <a:spLocks noGrp="1"/>
          </p:cNvSpPr>
          <p:nvPr>
            <p:ph idx="1"/>
          </p:nvPr>
        </p:nvSpPr>
        <p:spPr>
          <a:xfrm>
            <a:off x="7424069" y="3159372"/>
            <a:ext cx="3954183" cy="2573740"/>
          </a:xfrm>
        </p:spPr>
        <p:txBody>
          <a:bodyPr/>
          <a:lstStyle>
            <a:lvl1pPr marL="0" indent="0">
              <a:spcBef>
                <a:spcPts val="600"/>
              </a:spcBef>
              <a:buNone/>
              <a:defRPr sz="2200">
                <a:solidFill>
                  <a:schemeClr val="tx1"/>
                </a:solidFill>
              </a:defRPr>
            </a:lvl1pPr>
            <a:lvl2pPr marL="357188" indent="-342900">
              <a:spcBef>
                <a:spcPts val="600"/>
              </a:spcBef>
              <a:buFont typeface="Arial" panose="020B0604020202020204" pitchFamily="34" charset="0"/>
              <a:buChar char="•"/>
              <a:tabLst/>
              <a:defRPr>
                <a:solidFill>
                  <a:schemeClr val="tx1"/>
                </a:solidFill>
              </a:defRPr>
            </a:lvl2pPr>
            <a:lvl3pPr marL="582613" indent="-209550">
              <a:tabLst/>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029646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Dot Title Center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FFF48-7A04-8048-B74B-41DFCD14F2B1}"/>
              </a:ext>
            </a:extLst>
          </p:cNvPr>
          <p:cNvSpPr>
            <a:spLocks noGrp="1"/>
          </p:cNvSpPr>
          <p:nvPr>
            <p:ph type="title"/>
          </p:nvPr>
        </p:nvSpPr>
        <p:spPr>
          <a:xfrm>
            <a:off x="838199" y="682598"/>
            <a:ext cx="10515599" cy="973591"/>
          </a:xfrm>
        </p:spPr>
        <p:txBody>
          <a:bodyPr/>
          <a:lstStyle>
            <a:lvl1pPr algn="ctr">
              <a:defRPr b="1"/>
            </a:lvl1pPr>
          </a:lstStyle>
          <a:p>
            <a:r>
              <a:rPr lang="en-US"/>
              <a:t>Click to edit Master title style</a:t>
            </a:r>
          </a:p>
        </p:txBody>
      </p:sp>
      <p:sp>
        <p:nvSpPr>
          <p:cNvPr id="3" name="Content Placeholder 2">
            <a:extLst>
              <a:ext uri="{FF2B5EF4-FFF2-40B4-BE49-F238E27FC236}">
                <a16:creationId xmlns:a16="http://schemas.microsoft.com/office/drawing/2014/main" id="{11310A95-52F0-E74B-8C29-C824132900E4}"/>
              </a:ext>
            </a:extLst>
          </p:cNvPr>
          <p:cNvSpPr>
            <a:spLocks noGrp="1"/>
          </p:cNvSpPr>
          <p:nvPr>
            <p:ph idx="1"/>
          </p:nvPr>
        </p:nvSpPr>
        <p:spPr>
          <a:xfrm>
            <a:off x="838200" y="1773382"/>
            <a:ext cx="10515600" cy="407521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62022C-9BF7-0C4E-9CFD-452FB0680E84}"/>
              </a:ext>
            </a:extLst>
          </p:cNvPr>
          <p:cNvSpPr>
            <a:spLocks noGrp="1"/>
          </p:cNvSpPr>
          <p:nvPr>
            <p:ph type="dt" sz="half" idx="10"/>
          </p:nvPr>
        </p:nvSpPr>
        <p:spPr>
          <a:xfrm>
            <a:off x="1812561" y="6506598"/>
            <a:ext cx="2743200" cy="365125"/>
          </a:xfrm>
        </p:spPr>
        <p:txBody>
          <a:bodyPr/>
          <a:lstStyle/>
          <a:p>
            <a:fld id="{76A086F2-26EB-B04F-BF8B-DA45629D3B94}" type="datetime1">
              <a:rPr lang="en-US" smtClean="0"/>
              <a:t>5/9/2024</a:t>
            </a:fld>
            <a:endParaRPr lang="en-US"/>
          </a:p>
        </p:txBody>
      </p:sp>
      <p:pic>
        <p:nvPicPr>
          <p:cNvPr id="7" name="Picture 6">
            <a:extLst>
              <a:ext uri="{FF2B5EF4-FFF2-40B4-BE49-F238E27FC236}">
                <a16:creationId xmlns:a16="http://schemas.microsoft.com/office/drawing/2014/main" id="{7E1169D4-A3AF-9411-8AB6-C38821AD3601}"/>
              </a:ext>
            </a:extLst>
          </p:cNvPr>
          <p:cNvPicPr>
            <a:picLocks noChangeAspect="1"/>
          </p:cNvPicPr>
          <p:nvPr userDrawn="1"/>
        </p:nvPicPr>
        <p:blipFill>
          <a:blip r:embed="rId2">
            <a:extLst>
              <a:ext uri="{96DAC541-7B7A-43D3-8B79-37D633B846F1}">
                <asvg:svgBlip xmlns:asvg="http://schemas.microsoft.com/office/drawing/2016/SVG/main" r:embed="rId3"/>
              </a:ext>
            </a:extLst>
          </a:blip>
          <a:srcRect l="830" r="830"/>
          <a:stretch/>
        </p:blipFill>
        <p:spPr>
          <a:xfrm>
            <a:off x="239905" y="6356271"/>
            <a:ext cx="305010" cy="324260"/>
          </a:xfrm>
          <a:prstGeom prst="rect">
            <a:avLst/>
          </a:prstGeom>
        </p:spPr>
      </p:pic>
      <p:sp>
        <p:nvSpPr>
          <p:cNvPr id="9" name="Footer Placeholder 4">
            <a:extLst>
              <a:ext uri="{FF2B5EF4-FFF2-40B4-BE49-F238E27FC236}">
                <a16:creationId xmlns:a16="http://schemas.microsoft.com/office/drawing/2014/main" id="{A1F3BDF0-F060-FA6C-4D0F-B7FAEFA9EAB1}"/>
              </a:ext>
            </a:extLst>
          </p:cNvPr>
          <p:cNvSpPr>
            <a:spLocks noGrp="1"/>
          </p:cNvSpPr>
          <p:nvPr>
            <p:ph type="ftr" sz="quarter" idx="3"/>
          </p:nvPr>
        </p:nvSpPr>
        <p:spPr>
          <a:xfrm>
            <a:off x="7323083" y="6505975"/>
            <a:ext cx="4114800" cy="365125"/>
          </a:xfrm>
          <a:prstGeom prst="rect">
            <a:avLst/>
          </a:prstGeom>
        </p:spPr>
        <p:txBody>
          <a:bodyPr vert="horz" lIns="91440" tIns="45720" rIns="91440" bIns="45720" rtlCol="0" anchor="ctr"/>
          <a:lstStyle>
            <a:lvl1pPr algn="r">
              <a:defRPr sz="800">
                <a:solidFill>
                  <a:schemeClr val="tx1">
                    <a:alpha val="50000"/>
                  </a:schemeClr>
                </a:solidFill>
              </a:defRPr>
            </a:lvl1pPr>
          </a:lstStyle>
          <a:p>
            <a:r>
              <a:rPr lang="en-US"/>
              <a:t>© Kno2. All rights reserved.</a:t>
            </a:r>
          </a:p>
        </p:txBody>
      </p:sp>
      <p:sp>
        <p:nvSpPr>
          <p:cNvPr id="10" name="Slide Number Placeholder 5">
            <a:extLst>
              <a:ext uri="{FF2B5EF4-FFF2-40B4-BE49-F238E27FC236}">
                <a16:creationId xmlns:a16="http://schemas.microsoft.com/office/drawing/2014/main" id="{A6D2EA18-27AE-A850-E461-5AE893C55303}"/>
              </a:ext>
            </a:extLst>
          </p:cNvPr>
          <p:cNvSpPr>
            <a:spLocks noGrp="1"/>
          </p:cNvSpPr>
          <p:nvPr>
            <p:ph type="sldNum" sz="quarter" idx="4"/>
          </p:nvPr>
        </p:nvSpPr>
        <p:spPr>
          <a:xfrm>
            <a:off x="11554691" y="6505975"/>
            <a:ext cx="458675" cy="365125"/>
          </a:xfrm>
          <a:prstGeom prst="rect">
            <a:avLst/>
          </a:prstGeom>
        </p:spPr>
        <p:txBody>
          <a:bodyPr vert="horz" lIns="91440" tIns="45720" rIns="91440" bIns="45720" rtlCol="0" anchor="ctr"/>
          <a:lstStyle>
            <a:lvl1pPr algn="r">
              <a:defRPr sz="1200">
                <a:solidFill>
                  <a:schemeClr val="bg1">
                    <a:lumMod val="75000"/>
                  </a:schemeClr>
                </a:solidFill>
              </a:defRPr>
            </a:lvl1pPr>
          </a:lstStyle>
          <a:p>
            <a:fld id="{1B9B3185-E874-A849-A012-27E7860D5320}" type="slidenum">
              <a:rPr lang="en-US" smtClean="0"/>
              <a:pPr/>
              <a:t>‹#›</a:t>
            </a:fld>
            <a:endParaRPr lang="en-US"/>
          </a:p>
        </p:txBody>
      </p:sp>
      <p:pic>
        <p:nvPicPr>
          <p:cNvPr id="8" name="Graphic 7">
            <a:extLst>
              <a:ext uri="{FF2B5EF4-FFF2-40B4-BE49-F238E27FC236}">
                <a16:creationId xmlns:a16="http://schemas.microsoft.com/office/drawing/2014/main" id="{38132EF8-48B4-3734-6F50-457B1E6BD88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35024" b="33040"/>
          <a:stretch/>
        </p:blipFill>
        <p:spPr>
          <a:xfrm>
            <a:off x="5141516" y="82908"/>
            <a:ext cx="1854200" cy="584061"/>
          </a:xfrm>
          <a:prstGeom prst="rect">
            <a:avLst/>
          </a:prstGeom>
        </p:spPr>
      </p:pic>
    </p:spTree>
    <p:extLst>
      <p:ext uri="{BB962C8B-B14F-4D97-AF65-F5344CB8AC3E}">
        <p14:creationId xmlns:p14="http://schemas.microsoft.com/office/powerpoint/2010/main" val="1228387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Left_Picture Righ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13A4211-0CE7-8C17-EAB7-9E03EAE0AC7A}"/>
              </a:ext>
            </a:extLst>
          </p:cNvPr>
          <p:cNvPicPr>
            <a:picLocks noChangeAspect="1"/>
          </p:cNvPicPr>
          <p:nvPr userDrawn="1"/>
        </p:nvPicPr>
        <p:blipFill>
          <a:blip r:embed="rId2">
            <a:alphaModFix amt="49000"/>
          </a:blip>
          <a:stretch>
            <a:fillRect/>
          </a:stretch>
        </p:blipFill>
        <p:spPr>
          <a:xfrm>
            <a:off x="928914" y="2905021"/>
            <a:ext cx="2786384" cy="3237122"/>
          </a:xfrm>
          <a:prstGeom prst="rect">
            <a:avLst/>
          </a:prstGeom>
        </p:spPr>
      </p:pic>
      <p:sp>
        <p:nvSpPr>
          <p:cNvPr id="7" name="Title 1">
            <a:extLst>
              <a:ext uri="{FF2B5EF4-FFF2-40B4-BE49-F238E27FC236}">
                <a16:creationId xmlns:a16="http://schemas.microsoft.com/office/drawing/2014/main" id="{6749ABB5-75B4-F4E2-0BBC-8485F09B0A60}"/>
              </a:ext>
            </a:extLst>
          </p:cNvPr>
          <p:cNvSpPr>
            <a:spLocks noGrp="1"/>
          </p:cNvSpPr>
          <p:nvPr>
            <p:ph type="title"/>
          </p:nvPr>
        </p:nvSpPr>
        <p:spPr>
          <a:xfrm>
            <a:off x="620486" y="2265762"/>
            <a:ext cx="6020157" cy="1539019"/>
          </a:xfrm>
        </p:spPr>
        <p:txBody>
          <a:bodyPr>
            <a:normAutofit/>
          </a:bodyPr>
          <a:lstStyle/>
          <a:p>
            <a:pPr algn="l">
              <a:spcBef>
                <a:spcPts val="0"/>
              </a:spcBef>
            </a:pPr>
            <a:endParaRPr lang="en-US" b="0">
              <a:solidFill>
                <a:srgbClr val="0098E2"/>
              </a:solidFill>
            </a:endParaRPr>
          </a:p>
        </p:txBody>
      </p:sp>
      <p:sp>
        <p:nvSpPr>
          <p:cNvPr id="11" name="Footer Placeholder 2">
            <a:extLst>
              <a:ext uri="{FF2B5EF4-FFF2-40B4-BE49-F238E27FC236}">
                <a16:creationId xmlns:a16="http://schemas.microsoft.com/office/drawing/2014/main" id="{4F844A84-133D-4ED2-F7F8-05DE38540D50}"/>
              </a:ext>
            </a:extLst>
          </p:cNvPr>
          <p:cNvSpPr>
            <a:spLocks noGrp="1"/>
          </p:cNvSpPr>
          <p:nvPr>
            <p:ph type="ftr" sz="quarter" idx="3"/>
          </p:nvPr>
        </p:nvSpPr>
        <p:spPr>
          <a:xfrm>
            <a:off x="7323083" y="6505975"/>
            <a:ext cx="4114800" cy="365125"/>
          </a:xfrm>
        </p:spPr>
        <p:txBody>
          <a:bodyPr/>
          <a:lstStyle/>
          <a:p>
            <a:r>
              <a:rPr lang="en-US"/>
              <a:t>© Kno2. All rights reserved.</a:t>
            </a:r>
          </a:p>
        </p:txBody>
      </p:sp>
      <p:sp>
        <p:nvSpPr>
          <p:cNvPr id="12" name="Slide Number Placeholder 3">
            <a:extLst>
              <a:ext uri="{FF2B5EF4-FFF2-40B4-BE49-F238E27FC236}">
                <a16:creationId xmlns:a16="http://schemas.microsoft.com/office/drawing/2014/main" id="{E9584BD5-C8FA-4473-5B55-9A36B07E1EDD}"/>
              </a:ext>
            </a:extLst>
          </p:cNvPr>
          <p:cNvSpPr>
            <a:spLocks noGrp="1"/>
          </p:cNvSpPr>
          <p:nvPr>
            <p:ph type="sldNum" sz="quarter" idx="4"/>
          </p:nvPr>
        </p:nvSpPr>
        <p:spPr>
          <a:xfrm>
            <a:off x="11554691" y="6505975"/>
            <a:ext cx="458675" cy="365125"/>
          </a:xfrm>
        </p:spPr>
        <p:txBody>
          <a:bodyPr/>
          <a:lstStyle/>
          <a:p>
            <a:fld id="{1B9B3185-E874-A849-A012-27E7860D5320}" type="slidenum">
              <a:rPr lang="en-US" smtClean="0"/>
              <a:pPr/>
              <a:t>‹#›</a:t>
            </a:fld>
            <a:endParaRPr lang="en-US"/>
          </a:p>
        </p:txBody>
      </p:sp>
      <p:sp>
        <p:nvSpPr>
          <p:cNvPr id="17" name="Text Placeholder 15">
            <a:extLst>
              <a:ext uri="{FF2B5EF4-FFF2-40B4-BE49-F238E27FC236}">
                <a16:creationId xmlns:a16="http://schemas.microsoft.com/office/drawing/2014/main" id="{8395F00A-4E75-9F9A-4023-E1536C65543A}"/>
              </a:ext>
            </a:extLst>
          </p:cNvPr>
          <p:cNvSpPr>
            <a:spLocks noGrp="1"/>
          </p:cNvSpPr>
          <p:nvPr>
            <p:ph type="body" sz="quarter" idx="10" hasCustomPrompt="1"/>
          </p:nvPr>
        </p:nvSpPr>
        <p:spPr>
          <a:xfrm>
            <a:off x="643289" y="1969070"/>
            <a:ext cx="3903662" cy="304800"/>
          </a:xfrm>
        </p:spPr>
        <p:txBody>
          <a:bodyPr>
            <a:normAutofit/>
          </a:bodyPr>
          <a:lstStyle>
            <a:lvl1pPr marL="0" indent="0">
              <a:buNone/>
              <a:defRPr sz="1000" spc="300"/>
            </a:lvl1pPr>
          </a:lstStyle>
          <a:p>
            <a:pPr lvl="0"/>
            <a:r>
              <a:rPr lang="en-US"/>
              <a:t>CLICK TO EDIT MASTER TEXT STYLES</a:t>
            </a:r>
          </a:p>
        </p:txBody>
      </p:sp>
      <p:pic>
        <p:nvPicPr>
          <p:cNvPr id="18" name="Picture 6">
            <a:extLst>
              <a:ext uri="{FF2B5EF4-FFF2-40B4-BE49-F238E27FC236}">
                <a16:creationId xmlns:a16="http://schemas.microsoft.com/office/drawing/2014/main" id="{76B9A4D6-5CCF-FEA6-516A-9405242C87CA}"/>
              </a:ext>
            </a:extLst>
          </p:cNvPr>
          <p:cNvPicPr>
            <a:picLocks noChangeAspect="1"/>
          </p:cNvPicPr>
          <p:nvPr userDrawn="1"/>
        </p:nvPicPr>
        <p:blipFill>
          <a:blip r:embed="rId3">
            <a:extLst>
              <a:ext uri="{96DAC541-7B7A-43D3-8B79-37D633B846F1}">
                <asvg:svgBlip xmlns:asvg="http://schemas.microsoft.com/office/drawing/2016/SVG/main" r:embed="rId4"/>
              </a:ext>
            </a:extLst>
          </a:blip>
          <a:srcRect l="830" r="830"/>
          <a:stretch/>
        </p:blipFill>
        <p:spPr>
          <a:xfrm>
            <a:off x="239905" y="6356271"/>
            <a:ext cx="305010" cy="324260"/>
          </a:xfrm>
          <a:prstGeom prst="rect">
            <a:avLst/>
          </a:prstGeom>
        </p:spPr>
      </p:pic>
      <p:sp>
        <p:nvSpPr>
          <p:cNvPr id="20" name="Picture Placeholder 19">
            <a:extLst>
              <a:ext uri="{FF2B5EF4-FFF2-40B4-BE49-F238E27FC236}">
                <a16:creationId xmlns:a16="http://schemas.microsoft.com/office/drawing/2014/main" id="{3F00613E-2CE5-8715-F6EC-7229FF13D3A0}"/>
              </a:ext>
            </a:extLst>
          </p:cNvPr>
          <p:cNvSpPr>
            <a:spLocks noGrp="1"/>
          </p:cNvSpPr>
          <p:nvPr>
            <p:ph type="pic" sz="quarter" idx="11"/>
          </p:nvPr>
        </p:nvSpPr>
        <p:spPr>
          <a:xfrm>
            <a:off x="7645051" y="866775"/>
            <a:ext cx="4889500" cy="5124450"/>
          </a:xfrm>
          <a:prstGeom prst="roundRect">
            <a:avLst>
              <a:gd name="adj" fmla="val 4511"/>
            </a:avLst>
          </a:prstGeom>
        </p:spPr>
        <p:txBody>
          <a:bodyPr/>
          <a:lstStyle>
            <a:lvl1pPr marL="0" indent="0">
              <a:buNone/>
              <a:defRPr/>
            </a:lvl1pPr>
          </a:lstStyle>
          <a:p>
            <a:endParaRPr lang="en-US"/>
          </a:p>
        </p:txBody>
      </p:sp>
    </p:spTree>
    <p:extLst>
      <p:ext uri="{BB962C8B-B14F-4D97-AF65-F5344CB8AC3E}">
        <p14:creationId xmlns:p14="http://schemas.microsoft.com/office/powerpoint/2010/main" val="631947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lue Title and Content">
    <p:bg>
      <p:bgPr>
        <a:gradFill>
          <a:gsLst>
            <a:gs pos="0">
              <a:srgbClr val="1331CC"/>
            </a:gs>
            <a:gs pos="100000">
              <a:schemeClr val="tx2"/>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FFF48-7A04-8048-B74B-41DFCD14F2B1}"/>
              </a:ext>
            </a:extLst>
          </p:cNvPr>
          <p:cNvSpPr>
            <a:spLocks noGrp="1"/>
          </p:cNvSpPr>
          <p:nvPr>
            <p:ph type="title"/>
          </p:nvPr>
        </p:nvSpPr>
        <p:spPr>
          <a:xfrm>
            <a:off x="838199" y="405503"/>
            <a:ext cx="10515599" cy="973591"/>
          </a:xfrm>
        </p:spPr>
        <p:txBody>
          <a:bodyPr/>
          <a:lstStyle>
            <a:lvl1pPr algn="ctr">
              <a:defRPr b="1">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310A95-52F0-E74B-8C29-C824132900E4}"/>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62022C-9BF7-0C4E-9CFD-452FB0680E84}"/>
              </a:ext>
            </a:extLst>
          </p:cNvPr>
          <p:cNvSpPr>
            <a:spLocks noGrp="1"/>
          </p:cNvSpPr>
          <p:nvPr>
            <p:ph type="dt" sz="half" idx="10"/>
          </p:nvPr>
        </p:nvSpPr>
        <p:spPr>
          <a:xfrm>
            <a:off x="1812561" y="6506598"/>
            <a:ext cx="2743200" cy="365125"/>
          </a:xfrm>
        </p:spPr>
        <p:txBody>
          <a:bodyPr/>
          <a:lstStyle/>
          <a:p>
            <a:fld id="{1F4807AE-24FA-FC4E-A535-C4485D0C46C6}" type="datetime1">
              <a:rPr lang="en-US" smtClean="0"/>
              <a:t>5/9/2024</a:t>
            </a:fld>
            <a:endParaRPr lang="en-US"/>
          </a:p>
        </p:txBody>
      </p:sp>
      <p:sp>
        <p:nvSpPr>
          <p:cNvPr id="8" name="Footer Placeholder 4">
            <a:extLst>
              <a:ext uri="{FF2B5EF4-FFF2-40B4-BE49-F238E27FC236}">
                <a16:creationId xmlns:a16="http://schemas.microsoft.com/office/drawing/2014/main" id="{D14019B8-1B05-D6F4-163A-FF6F071BA9FC}"/>
              </a:ext>
            </a:extLst>
          </p:cNvPr>
          <p:cNvSpPr>
            <a:spLocks noGrp="1"/>
          </p:cNvSpPr>
          <p:nvPr>
            <p:ph type="ftr" sz="quarter" idx="11"/>
          </p:nvPr>
        </p:nvSpPr>
        <p:spPr>
          <a:xfrm>
            <a:off x="7323083" y="6505975"/>
            <a:ext cx="4114800" cy="365125"/>
          </a:xfrm>
        </p:spPr>
        <p:txBody>
          <a:bodyPr/>
          <a:lstStyle>
            <a:lvl1pPr>
              <a:defRPr>
                <a:solidFill>
                  <a:schemeClr val="bg1">
                    <a:alpha val="50000"/>
                  </a:schemeClr>
                </a:solidFill>
              </a:defRPr>
            </a:lvl1pPr>
          </a:lstStyle>
          <a:p>
            <a:r>
              <a:rPr lang="en-US"/>
              <a:t>© Kno2. All rights reserved.</a:t>
            </a:r>
          </a:p>
        </p:txBody>
      </p:sp>
      <p:sp>
        <p:nvSpPr>
          <p:cNvPr id="9" name="Slide Number Placeholder 5">
            <a:extLst>
              <a:ext uri="{FF2B5EF4-FFF2-40B4-BE49-F238E27FC236}">
                <a16:creationId xmlns:a16="http://schemas.microsoft.com/office/drawing/2014/main" id="{B275BBA1-EEAC-835E-982B-5A3093D3E914}"/>
              </a:ext>
            </a:extLst>
          </p:cNvPr>
          <p:cNvSpPr>
            <a:spLocks noGrp="1"/>
          </p:cNvSpPr>
          <p:nvPr>
            <p:ph type="sldNum" sz="quarter" idx="12"/>
          </p:nvPr>
        </p:nvSpPr>
        <p:spPr>
          <a:xfrm>
            <a:off x="11554691" y="6505975"/>
            <a:ext cx="458675" cy="365125"/>
          </a:xfrm>
        </p:spPr>
        <p:txBody>
          <a:bodyPr/>
          <a:lstStyle>
            <a:lvl1pPr>
              <a:defRPr>
                <a:solidFill>
                  <a:schemeClr val="bg1"/>
                </a:solidFill>
              </a:defRPr>
            </a:lvl1pPr>
          </a:lstStyle>
          <a:p>
            <a:fld id="{1B9B3185-E874-A849-A012-27E7860D5320}" type="slidenum">
              <a:rPr lang="en-US" smtClean="0"/>
              <a:pPr/>
              <a:t>‹#›</a:t>
            </a:fld>
            <a:endParaRPr lang="en-US"/>
          </a:p>
        </p:txBody>
      </p:sp>
      <p:pic>
        <p:nvPicPr>
          <p:cNvPr id="10" name="Picture 6">
            <a:extLst>
              <a:ext uri="{FF2B5EF4-FFF2-40B4-BE49-F238E27FC236}">
                <a16:creationId xmlns:a16="http://schemas.microsoft.com/office/drawing/2014/main" id="{50D9E33D-2D02-2459-84A0-25D70BC17C8D}"/>
              </a:ext>
            </a:extLst>
          </p:cNvPr>
          <p:cNvPicPr>
            <a:picLocks noChangeAspect="1"/>
          </p:cNvPicPr>
          <p:nvPr userDrawn="1"/>
        </p:nvPicPr>
        <p:blipFill>
          <a:blip r:embed="rId2">
            <a:extLst>
              <a:ext uri="{96DAC541-7B7A-43D3-8B79-37D633B846F1}">
                <asvg:svgBlip xmlns:asvg="http://schemas.microsoft.com/office/drawing/2016/SVG/main" r:embed="rId3"/>
              </a:ext>
            </a:extLst>
          </a:blip>
          <a:srcRect l="830" r="830"/>
          <a:stretch/>
        </p:blipFill>
        <p:spPr>
          <a:xfrm>
            <a:off x="239905" y="6356271"/>
            <a:ext cx="305010" cy="324260"/>
          </a:xfrm>
          <a:prstGeom prst="rect">
            <a:avLst/>
          </a:prstGeom>
        </p:spPr>
      </p:pic>
    </p:spTree>
    <p:extLst>
      <p:ext uri="{BB962C8B-B14F-4D97-AF65-F5344CB8AC3E}">
        <p14:creationId xmlns:p14="http://schemas.microsoft.com/office/powerpoint/2010/main" val="291175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ngles Title and Content">
    <p:bg>
      <p:bgPr>
        <a:gradFill>
          <a:gsLst>
            <a:gs pos="0">
              <a:srgbClr val="1331CC"/>
            </a:gs>
            <a:gs pos="100000">
              <a:schemeClr val="tx2"/>
            </a:gs>
          </a:gsLst>
          <a:lin ang="5400000" scaled="1"/>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312664D-39E4-4966-470F-6676248E450E}"/>
              </a:ext>
            </a:extLst>
          </p:cNvPr>
          <p:cNvPicPr>
            <a:picLocks noChangeAspect="1"/>
          </p:cNvPicPr>
          <p:nvPr userDrawn="1"/>
        </p:nvPicPr>
        <p:blipFill rotWithShape="1">
          <a:blip r:embed="rId2">
            <a:alphaModFix amt="70000"/>
            <a:lum contrast="34000"/>
            <a:extLst>
              <a:ext uri="{96DAC541-7B7A-43D3-8B79-37D633B846F1}">
                <asvg:svgBlip xmlns:asvg="http://schemas.microsoft.com/office/drawing/2016/SVG/main" r:embed="rId3"/>
              </a:ext>
            </a:extLst>
          </a:blip>
          <a:srcRect/>
          <a:stretch/>
        </p:blipFill>
        <p:spPr>
          <a:xfrm flipH="1" flipV="1">
            <a:off x="-2" y="0"/>
            <a:ext cx="12192000" cy="6858000"/>
          </a:xfrm>
          <a:prstGeom prst="rect">
            <a:avLst/>
          </a:prstGeom>
        </p:spPr>
      </p:pic>
      <p:sp>
        <p:nvSpPr>
          <p:cNvPr id="2" name="Title 1">
            <a:extLst>
              <a:ext uri="{FF2B5EF4-FFF2-40B4-BE49-F238E27FC236}">
                <a16:creationId xmlns:a16="http://schemas.microsoft.com/office/drawing/2014/main" id="{ACFFFF48-7A04-8048-B74B-41DFCD14F2B1}"/>
              </a:ext>
            </a:extLst>
          </p:cNvPr>
          <p:cNvSpPr>
            <a:spLocks noGrp="1"/>
          </p:cNvSpPr>
          <p:nvPr>
            <p:ph type="title"/>
          </p:nvPr>
        </p:nvSpPr>
        <p:spPr>
          <a:xfrm>
            <a:off x="838199" y="405503"/>
            <a:ext cx="10515599" cy="973591"/>
          </a:xfrm>
        </p:spPr>
        <p:txBody>
          <a:bodyPr/>
          <a:lstStyle>
            <a:lvl1pPr algn="ctr">
              <a:defRPr b="1">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310A95-52F0-E74B-8C29-C824132900E4}"/>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62022C-9BF7-0C4E-9CFD-452FB0680E84}"/>
              </a:ext>
            </a:extLst>
          </p:cNvPr>
          <p:cNvSpPr>
            <a:spLocks noGrp="1"/>
          </p:cNvSpPr>
          <p:nvPr>
            <p:ph type="dt" sz="half" idx="10"/>
          </p:nvPr>
        </p:nvSpPr>
        <p:spPr>
          <a:xfrm>
            <a:off x="1812561" y="6506598"/>
            <a:ext cx="2743200" cy="365125"/>
          </a:xfrm>
        </p:spPr>
        <p:txBody>
          <a:bodyPr/>
          <a:lstStyle/>
          <a:p>
            <a:fld id="{0CFEEC71-089A-B24D-BF68-C9910C52725B}" type="datetime1">
              <a:rPr lang="en-US" smtClean="0"/>
              <a:t>5/9/2024</a:t>
            </a:fld>
            <a:endParaRPr lang="en-US"/>
          </a:p>
        </p:txBody>
      </p:sp>
      <p:sp>
        <p:nvSpPr>
          <p:cNvPr id="8" name="Footer Placeholder 4">
            <a:extLst>
              <a:ext uri="{FF2B5EF4-FFF2-40B4-BE49-F238E27FC236}">
                <a16:creationId xmlns:a16="http://schemas.microsoft.com/office/drawing/2014/main" id="{D14019B8-1B05-D6F4-163A-FF6F071BA9FC}"/>
              </a:ext>
            </a:extLst>
          </p:cNvPr>
          <p:cNvSpPr>
            <a:spLocks noGrp="1"/>
          </p:cNvSpPr>
          <p:nvPr>
            <p:ph type="ftr" sz="quarter" idx="11"/>
          </p:nvPr>
        </p:nvSpPr>
        <p:spPr>
          <a:xfrm>
            <a:off x="7323083" y="6505975"/>
            <a:ext cx="4114800" cy="365125"/>
          </a:xfrm>
        </p:spPr>
        <p:txBody>
          <a:bodyPr/>
          <a:lstStyle>
            <a:lvl1pPr>
              <a:defRPr>
                <a:solidFill>
                  <a:schemeClr val="bg1">
                    <a:alpha val="50000"/>
                  </a:schemeClr>
                </a:solidFill>
              </a:defRPr>
            </a:lvl1pPr>
          </a:lstStyle>
          <a:p>
            <a:r>
              <a:rPr lang="en-US"/>
              <a:t>© Kno2. All rights reserved.</a:t>
            </a:r>
          </a:p>
        </p:txBody>
      </p:sp>
      <p:sp>
        <p:nvSpPr>
          <p:cNvPr id="9" name="Slide Number Placeholder 5">
            <a:extLst>
              <a:ext uri="{FF2B5EF4-FFF2-40B4-BE49-F238E27FC236}">
                <a16:creationId xmlns:a16="http://schemas.microsoft.com/office/drawing/2014/main" id="{B275BBA1-EEAC-835E-982B-5A3093D3E914}"/>
              </a:ext>
            </a:extLst>
          </p:cNvPr>
          <p:cNvSpPr>
            <a:spLocks noGrp="1"/>
          </p:cNvSpPr>
          <p:nvPr>
            <p:ph type="sldNum" sz="quarter" idx="12"/>
          </p:nvPr>
        </p:nvSpPr>
        <p:spPr>
          <a:xfrm>
            <a:off x="11554691" y="6505975"/>
            <a:ext cx="458675" cy="365125"/>
          </a:xfrm>
        </p:spPr>
        <p:txBody>
          <a:bodyPr/>
          <a:lstStyle>
            <a:lvl1pPr>
              <a:defRPr>
                <a:solidFill>
                  <a:schemeClr val="bg1"/>
                </a:solidFill>
              </a:defRPr>
            </a:lvl1pPr>
          </a:lstStyle>
          <a:p>
            <a:fld id="{1B9B3185-E874-A849-A012-27E7860D5320}" type="slidenum">
              <a:rPr lang="en-US" smtClean="0"/>
              <a:pPr/>
              <a:t>‹#›</a:t>
            </a:fld>
            <a:endParaRPr lang="en-US"/>
          </a:p>
        </p:txBody>
      </p:sp>
      <p:pic>
        <p:nvPicPr>
          <p:cNvPr id="10" name="Picture 6">
            <a:extLst>
              <a:ext uri="{FF2B5EF4-FFF2-40B4-BE49-F238E27FC236}">
                <a16:creationId xmlns:a16="http://schemas.microsoft.com/office/drawing/2014/main" id="{50D9E33D-2D02-2459-84A0-25D70BC17C8D}"/>
              </a:ext>
            </a:extLst>
          </p:cNvPr>
          <p:cNvPicPr>
            <a:picLocks noChangeAspect="1"/>
          </p:cNvPicPr>
          <p:nvPr userDrawn="1"/>
        </p:nvPicPr>
        <p:blipFill>
          <a:blip r:embed="rId4">
            <a:extLst>
              <a:ext uri="{96DAC541-7B7A-43D3-8B79-37D633B846F1}">
                <asvg:svgBlip xmlns:asvg="http://schemas.microsoft.com/office/drawing/2016/SVG/main" r:embed="rId5"/>
              </a:ext>
            </a:extLst>
          </a:blip>
          <a:srcRect l="830" r="830"/>
          <a:stretch/>
        </p:blipFill>
        <p:spPr>
          <a:xfrm>
            <a:off x="239905" y="6356271"/>
            <a:ext cx="305010" cy="324260"/>
          </a:xfrm>
          <a:prstGeom prst="rect">
            <a:avLst/>
          </a:prstGeom>
        </p:spPr>
      </p:pic>
    </p:spTree>
    <p:extLst>
      <p:ext uri="{BB962C8B-B14F-4D97-AF65-F5344CB8AC3E}">
        <p14:creationId xmlns:p14="http://schemas.microsoft.com/office/powerpoint/2010/main" val="3306635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ight Side Content_Dark">
    <p:bg>
      <p:bgPr>
        <a:gradFill>
          <a:gsLst>
            <a:gs pos="0">
              <a:srgbClr val="1331CC"/>
            </a:gs>
            <a:gs pos="100000">
              <a:schemeClr val="tx2"/>
            </a:gs>
          </a:gsLst>
          <a:lin ang="5400000" scaled="1"/>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EDD9F30-8379-0931-003D-34DF15368B1D}"/>
              </a:ext>
            </a:extLst>
          </p:cNvPr>
          <p:cNvSpPr>
            <a:spLocks noGrp="1"/>
          </p:cNvSpPr>
          <p:nvPr>
            <p:ph type="title"/>
          </p:nvPr>
        </p:nvSpPr>
        <p:spPr>
          <a:xfrm>
            <a:off x="4934262" y="1481158"/>
            <a:ext cx="6571936" cy="501668"/>
          </a:xfrm>
        </p:spPr>
        <p:txBody>
          <a:bodyPr anchor="t"/>
          <a:lstStyle>
            <a:lvl1pPr>
              <a:defRPr b="1">
                <a:solidFill>
                  <a:schemeClr val="bg1"/>
                </a:solidFill>
              </a:defRPr>
            </a:lvl1pPr>
          </a:lstStyle>
          <a:p>
            <a:r>
              <a:rPr lang="en-US"/>
              <a:t>Click to edit Master title style</a:t>
            </a:r>
          </a:p>
        </p:txBody>
      </p:sp>
      <p:sp>
        <p:nvSpPr>
          <p:cNvPr id="17" name="Date Placeholder 3">
            <a:extLst>
              <a:ext uri="{FF2B5EF4-FFF2-40B4-BE49-F238E27FC236}">
                <a16:creationId xmlns:a16="http://schemas.microsoft.com/office/drawing/2014/main" id="{F410BC39-2675-75C0-C143-AEE178CD2BA2}"/>
              </a:ext>
            </a:extLst>
          </p:cNvPr>
          <p:cNvSpPr>
            <a:spLocks noGrp="1"/>
          </p:cNvSpPr>
          <p:nvPr>
            <p:ph type="dt" sz="half" idx="10"/>
          </p:nvPr>
        </p:nvSpPr>
        <p:spPr>
          <a:xfrm>
            <a:off x="1812561" y="6506598"/>
            <a:ext cx="2743200" cy="365125"/>
          </a:xfrm>
        </p:spPr>
        <p:txBody>
          <a:bodyPr/>
          <a:lstStyle/>
          <a:p>
            <a:fld id="{B6F33CA3-591F-B84C-9F86-55120B9F4ACD}" type="datetime1">
              <a:rPr lang="en-US" smtClean="0"/>
              <a:t>5/9/2024</a:t>
            </a:fld>
            <a:endParaRPr lang="en-US"/>
          </a:p>
        </p:txBody>
      </p:sp>
      <p:sp>
        <p:nvSpPr>
          <p:cNvPr id="18" name="Footer Placeholder 4">
            <a:extLst>
              <a:ext uri="{FF2B5EF4-FFF2-40B4-BE49-F238E27FC236}">
                <a16:creationId xmlns:a16="http://schemas.microsoft.com/office/drawing/2014/main" id="{8FE42861-F877-7E20-7170-2AE9C8B6EE86}"/>
              </a:ext>
            </a:extLst>
          </p:cNvPr>
          <p:cNvSpPr>
            <a:spLocks noGrp="1"/>
          </p:cNvSpPr>
          <p:nvPr>
            <p:ph type="ftr" sz="quarter" idx="11"/>
          </p:nvPr>
        </p:nvSpPr>
        <p:spPr>
          <a:xfrm>
            <a:off x="7323083" y="6505975"/>
            <a:ext cx="4114800" cy="365125"/>
          </a:xfrm>
        </p:spPr>
        <p:txBody>
          <a:bodyPr/>
          <a:lstStyle>
            <a:lvl1pPr>
              <a:defRPr>
                <a:solidFill>
                  <a:schemeClr val="bg1">
                    <a:alpha val="50000"/>
                  </a:schemeClr>
                </a:solidFill>
              </a:defRPr>
            </a:lvl1pPr>
          </a:lstStyle>
          <a:p>
            <a:r>
              <a:rPr lang="en-US"/>
              <a:t>© Kno2. All rights reserved.</a:t>
            </a:r>
          </a:p>
        </p:txBody>
      </p:sp>
      <p:sp>
        <p:nvSpPr>
          <p:cNvPr id="19" name="Slide Number Placeholder 5">
            <a:extLst>
              <a:ext uri="{FF2B5EF4-FFF2-40B4-BE49-F238E27FC236}">
                <a16:creationId xmlns:a16="http://schemas.microsoft.com/office/drawing/2014/main" id="{12A8B0DC-252A-AA75-9902-6291AEFD64FA}"/>
              </a:ext>
            </a:extLst>
          </p:cNvPr>
          <p:cNvSpPr>
            <a:spLocks noGrp="1"/>
          </p:cNvSpPr>
          <p:nvPr>
            <p:ph type="sldNum" sz="quarter" idx="12"/>
          </p:nvPr>
        </p:nvSpPr>
        <p:spPr>
          <a:xfrm>
            <a:off x="11554691" y="6505975"/>
            <a:ext cx="458675" cy="365125"/>
          </a:xfrm>
        </p:spPr>
        <p:txBody>
          <a:bodyPr/>
          <a:lstStyle>
            <a:lvl1pPr>
              <a:defRPr>
                <a:solidFill>
                  <a:schemeClr val="bg1"/>
                </a:solidFill>
              </a:defRPr>
            </a:lvl1pPr>
          </a:lstStyle>
          <a:p>
            <a:fld id="{1B9B3185-E874-A849-A012-27E7860D5320}" type="slidenum">
              <a:rPr lang="en-US" smtClean="0"/>
              <a:pPr/>
              <a:t>‹#›</a:t>
            </a:fld>
            <a:endParaRPr lang="en-US"/>
          </a:p>
        </p:txBody>
      </p:sp>
      <p:pic>
        <p:nvPicPr>
          <p:cNvPr id="20" name="Picture 6">
            <a:extLst>
              <a:ext uri="{FF2B5EF4-FFF2-40B4-BE49-F238E27FC236}">
                <a16:creationId xmlns:a16="http://schemas.microsoft.com/office/drawing/2014/main" id="{38768960-A543-A40E-61AE-D72C50D6FDCE}"/>
              </a:ext>
            </a:extLst>
          </p:cNvPr>
          <p:cNvPicPr>
            <a:picLocks noChangeAspect="1"/>
          </p:cNvPicPr>
          <p:nvPr userDrawn="1"/>
        </p:nvPicPr>
        <p:blipFill>
          <a:blip r:embed="rId2">
            <a:extLst>
              <a:ext uri="{96DAC541-7B7A-43D3-8B79-37D633B846F1}">
                <asvg:svgBlip xmlns:asvg="http://schemas.microsoft.com/office/drawing/2016/SVG/main" r:embed="rId3"/>
              </a:ext>
            </a:extLst>
          </a:blip>
          <a:srcRect l="830" r="830"/>
          <a:stretch/>
        </p:blipFill>
        <p:spPr>
          <a:xfrm>
            <a:off x="239905" y="6356271"/>
            <a:ext cx="305010" cy="324260"/>
          </a:xfrm>
          <a:prstGeom prst="rect">
            <a:avLst/>
          </a:prstGeom>
          <a:effectLst>
            <a:outerShdw blurRad="1064181" sx="117912" sy="117912" algn="ctr" rotWithShape="0">
              <a:schemeClr val="tx2">
                <a:alpha val="66000"/>
              </a:schemeClr>
            </a:outerShdw>
          </a:effectLst>
        </p:spPr>
      </p:pic>
      <p:sp>
        <p:nvSpPr>
          <p:cNvPr id="16" name="Content Placeholder 2">
            <a:extLst>
              <a:ext uri="{FF2B5EF4-FFF2-40B4-BE49-F238E27FC236}">
                <a16:creationId xmlns:a16="http://schemas.microsoft.com/office/drawing/2014/main" id="{92750523-8D5B-B5D7-8349-C70B3140720F}"/>
              </a:ext>
            </a:extLst>
          </p:cNvPr>
          <p:cNvSpPr>
            <a:spLocks noGrp="1"/>
          </p:cNvSpPr>
          <p:nvPr>
            <p:ph idx="4294967295"/>
          </p:nvPr>
        </p:nvSpPr>
        <p:spPr>
          <a:xfrm>
            <a:off x="4934262" y="2268109"/>
            <a:ext cx="6357193" cy="3647782"/>
          </a:xfrm>
        </p:spPr>
        <p:txBody>
          <a:bodyPr>
            <a:noAutofit/>
          </a:bodyPr>
          <a:lstStyle>
            <a:lvl1pPr>
              <a:defRPr>
                <a:solidFill>
                  <a:schemeClr val="bg1"/>
                </a:solidFill>
              </a:defRPr>
            </a:lvl1pPr>
          </a:lstStyle>
          <a:p>
            <a:pPr>
              <a:lnSpc>
                <a:spcPct val="100000"/>
              </a:lnSpc>
              <a:spcBef>
                <a:spcPts val="0"/>
              </a:spcBef>
              <a:spcAft>
                <a:spcPts val="1200"/>
              </a:spcAft>
            </a:pPr>
            <a:endParaRPr lang="en-US" sz="2000">
              <a:solidFill>
                <a:schemeClr val="bg1"/>
              </a:solidFill>
            </a:endParaRPr>
          </a:p>
        </p:txBody>
      </p:sp>
      <p:pic>
        <p:nvPicPr>
          <p:cNvPr id="21" name="Graphic 20">
            <a:extLst>
              <a:ext uri="{FF2B5EF4-FFF2-40B4-BE49-F238E27FC236}">
                <a16:creationId xmlns:a16="http://schemas.microsoft.com/office/drawing/2014/main" id="{A174B327-2068-D98F-C684-AD2050BE328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990805" y="2741581"/>
            <a:ext cx="2594339" cy="3005637"/>
          </a:xfrm>
          <a:prstGeom prst="rect">
            <a:avLst/>
          </a:prstGeom>
        </p:spPr>
      </p:pic>
    </p:spTree>
    <p:extLst>
      <p:ext uri="{BB962C8B-B14F-4D97-AF65-F5344CB8AC3E}">
        <p14:creationId xmlns:p14="http://schemas.microsoft.com/office/powerpoint/2010/main" val="13970135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ft Content + Image">
    <p:bg>
      <p:bgPr>
        <a:gradFill>
          <a:gsLst>
            <a:gs pos="0">
              <a:srgbClr val="1331CC"/>
            </a:gs>
            <a:gs pos="100000">
              <a:schemeClr val="tx2"/>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FFF48-7A04-8048-B74B-41DFCD14F2B1}"/>
              </a:ext>
            </a:extLst>
          </p:cNvPr>
          <p:cNvSpPr>
            <a:spLocks noGrp="1"/>
          </p:cNvSpPr>
          <p:nvPr>
            <p:ph type="title"/>
          </p:nvPr>
        </p:nvSpPr>
        <p:spPr>
          <a:xfrm>
            <a:off x="751146" y="886787"/>
            <a:ext cx="6571936" cy="973591"/>
          </a:xfrm>
        </p:spPr>
        <p:txBody>
          <a:bodyPr anchor="b"/>
          <a:lstStyle>
            <a:lvl1pPr>
              <a:defRPr b="1">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310A95-52F0-E74B-8C29-C824132900E4}"/>
              </a:ext>
            </a:extLst>
          </p:cNvPr>
          <p:cNvSpPr>
            <a:spLocks noGrp="1"/>
          </p:cNvSpPr>
          <p:nvPr>
            <p:ph idx="1"/>
          </p:nvPr>
        </p:nvSpPr>
        <p:spPr>
          <a:xfrm>
            <a:off x="751146" y="2841171"/>
            <a:ext cx="4270305" cy="2624103"/>
          </a:xfrm>
        </p:spPr>
        <p:txBody>
          <a:bodyPr/>
          <a:lstStyle>
            <a:lvl1pPr>
              <a:defRPr sz="20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62022C-9BF7-0C4E-9CFD-452FB0680E84}"/>
              </a:ext>
            </a:extLst>
          </p:cNvPr>
          <p:cNvSpPr>
            <a:spLocks noGrp="1"/>
          </p:cNvSpPr>
          <p:nvPr>
            <p:ph type="dt" sz="half" idx="10"/>
          </p:nvPr>
        </p:nvSpPr>
        <p:spPr>
          <a:xfrm>
            <a:off x="1812561" y="6506598"/>
            <a:ext cx="2743200" cy="365125"/>
          </a:xfrm>
        </p:spPr>
        <p:txBody>
          <a:bodyPr/>
          <a:lstStyle/>
          <a:p>
            <a:fld id="{66546013-BDF4-144E-B88B-39B68AF04C8A}" type="datetime1">
              <a:rPr lang="en-US" smtClean="0"/>
              <a:t>5/9/2024</a:t>
            </a:fld>
            <a:endParaRPr lang="en-US"/>
          </a:p>
        </p:txBody>
      </p:sp>
      <p:sp>
        <p:nvSpPr>
          <p:cNvPr id="8" name="Footer Placeholder 4">
            <a:extLst>
              <a:ext uri="{FF2B5EF4-FFF2-40B4-BE49-F238E27FC236}">
                <a16:creationId xmlns:a16="http://schemas.microsoft.com/office/drawing/2014/main" id="{D14019B8-1B05-D6F4-163A-FF6F071BA9FC}"/>
              </a:ext>
            </a:extLst>
          </p:cNvPr>
          <p:cNvSpPr>
            <a:spLocks noGrp="1"/>
          </p:cNvSpPr>
          <p:nvPr>
            <p:ph type="ftr" sz="quarter" idx="11"/>
          </p:nvPr>
        </p:nvSpPr>
        <p:spPr>
          <a:xfrm>
            <a:off x="7323083" y="6505975"/>
            <a:ext cx="4114800" cy="365125"/>
          </a:xfrm>
        </p:spPr>
        <p:txBody>
          <a:bodyPr/>
          <a:lstStyle>
            <a:lvl1pPr>
              <a:defRPr>
                <a:solidFill>
                  <a:schemeClr val="bg1">
                    <a:alpha val="50000"/>
                  </a:schemeClr>
                </a:solidFill>
              </a:defRPr>
            </a:lvl1pPr>
          </a:lstStyle>
          <a:p>
            <a:r>
              <a:rPr lang="en-US"/>
              <a:t>© Kno2. All rights reserved.</a:t>
            </a:r>
          </a:p>
        </p:txBody>
      </p:sp>
      <p:sp>
        <p:nvSpPr>
          <p:cNvPr id="9" name="Slide Number Placeholder 5">
            <a:extLst>
              <a:ext uri="{FF2B5EF4-FFF2-40B4-BE49-F238E27FC236}">
                <a16:creationId xmlns:a16="http://schemas.microsoft.com/office/drawing/2014/main" id="{B275BBA1-EEAC-835E-982B-5A3093D3E914}"/>
              </a:ext>
            </a:extLst>
          </p:cNvPr>
          <p:cNvSpPr>
            <a:spLocks noGrp="1"/>
          </p:cNvSpPr>
          <p:nvPr>
            <p:ph type="sldNum" sz="quarter" idx="12"/>
          </p:nvPr>
        </p:nvSpPr>
        <p:spPr>
          <a:xfrm>
            <a:off x="11554691" y="6505975"/>
            <a:ext cx="458675" cy="365125"/>
          </a:xfrm>
        </p:spPr>
        <p:txBody>
          <a:bodyPr/>
          <a:lstStyle>
            <a:lvl1pPr>
              <a:defRPr>
                <a:solidFill>
                  <a:schemeClr val="bg1"/>
                </a:solidFill>
              </a:defRPr>
            </a:lvl1pPr>
          </a:lstStyle>
          <a:p>
            <a:fld id="{1B9B3185-E874-A849-A012-27E7860D5320}" type="slidenum">
              <a:rPr lang="en-US" smtClean="0"/>
              <a:pPr/>
              <a:t>‹#›</a:t>
            </a:fld>
            <a:endParaRPr lang="en-US"/>
          </a:p>
        </p:txBody>
      </p:sp>
      <p:pic>
        <p:nvPicPr>
          <p:cNvPr id="10" name="Picture 6">
            <a:extLst>
              <a:ext uri="{FF2B5EF4-FFF2-40B4-BE49-F238E27FC236}">
                <a16:creationId xmlns:a16="http://schemas.microsoft.com/office/drawing/2014/main" id="{50D9E33D-2D02-2459-84A0-25D70BC17C8D}"/>
              </a:ext>
            </a:extLst>
          </p:cNvPr>
          <p:cNvPicPr>
            <a:picLocks noChangeAspect="1"/>
          </p:cNvPicPr>
          <p:nvPr userDrawn="1"/>
        </p:nvPicPr>
        <p:blipFill>
          <a:blip r:embed="rId2">
            <a:extLst>
              <a:ext uri="{96DAC541-7B7A-43D3-8B79-37D633B846F1}">
                <asvg:svgBlip xmlns:asvg="http://schemas.microsoft.com/office/drawing/2016/SVG/main" r:embed="rId3"/>
              </a:ext>
            </a:extLst>
          </a:blip>
          <a:srcRect l="830" r="830"/>
          <a:stretch/>
        </p:blipFill>
        <p:spPr>
          <a:xfrm>
            <a:off x="239905" y="6356271"/>
            <a:ext cx="305010" cy="324260"/>
          </a:xfrm>
          <a:prstGeom prst="rect">
            <a:avLst/>
          </a:prstGeom>
          <a:effectLst>
            <a:outerShdw blurRad="1064181" sx="117912" sy="117912" algn="ctr" rotWithShape="0">
              <a:schemeClr val="tx2">
                <a:alpha val="66000"/>
              </a:schemeClr>
            </a:outerShdw>
          </a:effectLst>
        </p:spPr>
      </p:pic>
      <p:sp>
        <p:nvSpPr>
          <p:cNvPr id="11" name="Text Placeholder 17">
            <a:extLst>
              <a:ext uri="{FF2B5EF4-FFF2-40B4-BE49-F238E27FC236}">
                <a16:creationId xmlns:a16="http://schemas.microsoft.com/office/drawing/2014/main" id="{6C1B8F31-540C-CAE4-B9A4-42701C3D675A}"/>
              </a:ext>
            </a:extLst>
          </p:cNvPr>
          <p:cNvSpPr>
            <a:spLocks noGrp="1"/>
          </p:cNvSpPr>
          <p:nvPr>
            <p:ph type="body" sz="quarter" idx="13" hasCustomPrompt="1"/>
          </p:nvPr>
        </p:nvSpPr>
        <p:spPr>
          <a:xfrm>
            <a:off x="761651" y="950756"/>
            <a:ext cx="6648899" cy="352566"/>
          </a:xfrm>
        </p:spPr>
        <p:txBody>
          <a:bodyPr>
            <a:normAutofit/>
          </a:bodyPr>
          <a:lstStyle>
            <a:lvl1pPr marL="0" indent="0" algn="l">
              <a:buNone/>
              <a:defRPr sz="1200" spc="300">
                <a:solidFill>
                  <a:schemeClr val="accent4"/>
                </a:solidFill>
              </a:defRPr>
            </a:lvl1pPr>
            <a:lvl2pPr>
              <a:defRPr sz="1200"/>
            </a:lvl2pPr>
            <a:lvl3pPr>
              <a:defRPr sz="1200"/>
            </a:lvl3pPr>
            <a:lvl4pPr>
              <a:defRPr sz="1200"/>
            </a:lvl4pPr>
            <a:lvl5pPr>
              <a:defRPr sz="1200"/>
            </a:lvl5pPr>
          </a:lstStyle>
          <a:p>
            <a:pPr lvl="0"/>
            <a:r>
              <a:rPr lang="en-US"/>
              <a:t>PRESENTATION TYPE</a:t>
            </a:r>
          </a:p>
        </p:txBody>
      </p:sp>
      <p:sp>
        <p:nvSpPr>
          <p:cNvPr id="12" name="Text Placeholder 17">
            <a:extLst>
              <a:ext uri="{FF2B5EF4-FFF2-40B4-BE49-F238E27FC236}">
                <a16:creationId xmlns:a16="http://schemas.microsoft.com/office/drawing/2014/main" id="{9719A695-B08A-0985-62F8-4C904E920E62}"/>
              </a:ext>
            </a:extLst>
          </p:cNvPr>
          <p:cNvSpPr>
            <a:spLocks noGrp="1"/>
          </p:cNvSpPr>
          <p:nvPr>
            <p:ph type="body" sz="quarter" idx="14" hasCustomPrompt="1"/>
          </p:nvPr>
        </p:nvSpPr>
        <p:spPr>
          <a:xfrm>
            <a:off x="761652" y="2344645"/>
            <a:ext cx="4270306" cy="367557"/>
          </a:xfrm>
        </p:spPr>
        <p:txBody>
          <a:bodyPr>
            <a:noAutofit/>
          </a:bodyPr>
          <a:lstStyle>
            <a:lvl1pPr marL="0" indent="0" algn="l">
              <a:buNone/>
              <a:defRPr sz="2200" b="1" spc="-90" baseline="0">
                <a:solidFill>
                  <a:schemeClr val="accent4"/>
                </a:solidFill>
              </a:defRPr>
            </a:lvl1pPr>
            <a:lvl2pPr>
              <a:defRPr sz="1200"/>
            </a:lvl2pPr>
            <a:lvl3pPr>
              <a:defRPr sz="1200"/>
            </a:lvl3pPr>
            <a:lvl4pPr>
              <a:defRPr sz="1200"/>
            </a:lvl4pPr>
            <a:lvl5pPr>
              <a:defRPr sz="1200"/>
            </a:lvl5pPr>
          </a:lstStyle>
          <a:p>
            <a:pPr lvl="0"/>
            <a:r>
              <a:rPr lang="en-US"/>
              <a:t>Presentation Type</a:t>
            </a:r>
          </a:p>
        </p:txBody>
      </p:sp>
      <p:sp>
        <p:nvSpPr>
          <p:cNvPr id="6" name="Picture Placeholder 5">
            <a:extLst>
              <a:ext uri="{FF2B5EF4-FFF2-40B4-BE49-F238E27FC236}">
                <a16:creationId xmlns:a16="http://schemas.microsoft.com/office/drawing/2014/main" id="{2E2B8EFA-7111-9071-B1CF-700B46A3272E}"/>
              </a:ext>
            </a:extLst>
          </p:cNvPr>
          <p:cNvSpPr>
            <a:spLocks noGrp="1"/>
          </p:cNvSpPr>
          <p:nvPr>
            <p:ph type="pic" sz="quarter" idx="15" hasCustomPrompt="1"/>
          </p:nvPr>
        </p:nvSpPr>
        <p:spPr>
          <a:xfrm>
            <a:off x="5454650" y="2138766"/>
            <a:ext cx="6215574" cy="3503209"/>
          </a:xfrm>
        </p:spPr>
        <p:txBody>
          <a:bodyPr anchor="b"/>
          <a:lstStyle>
            <a:lvl1pPr marL="0" indent="0" algn="ctr">
              <a:buNone/>
              <a:defRPr>
                <a:solidFill>
                  <a:schemeClr val="bg1"/>
                </a:solidFill>
              </a:defRPr>
            </a:lvl1pPr>
          </a:lstStyle>
          <a:p>
            <a:r>
              <a:rPr lang="en-US"/>
              <a:t>Insert Screenshot</a:t>
            </a:r>
            <a:br>
              <a:rPr lang="en-US"/>
            </a:br>
            <a:br>
              <a:rPr lang="en-US"/>
            </a:br>
            <a:endParaRPr lang="en-US"/>
          </a:p>
        </p:txBody>
      </p:sp>
    </p:spTree>
    <p:extLst>
      <p:ext uri="{BB962C8B-B14F-4D97-AF65-F5344CB8AC3E}">
        <p14:creationId xmlns:p14="http://schemas.microsoft.com/office/powerpoint/2010/main" val="2063906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F8F14-0A3F-1B4C-8EEB-D4CBDCCE9C4E}"/>
              </a:ext>
            </a:extLst>
          </p:cNvPr>
          <p:cNvSpPr>
            <a:spLocks noGrp="1"/>
          </p:cNvSpPr>
          <p:nvPr>
            <p:ph type="title" hasCustomPrompt="1"/>
          </p:nvPr>
        </p:nvSpPr>
        <p:spPr>
          <a:xfrm>
            <a:off x="831850" y="2413777"/>
            <a:ext cx="10515600" cy="2148698"/>
          </a:xfrm>
        </p:spPr>
        <p:txBody>
          <a:bodyPr anchor="t">
            <a:normAutofit/>
          </a:bodyPr>
          <a:lstStyle>
            <a:lvl1pPr algn="l">
              <a:defRPr sz="3200" b="1" spc="-100" baseline="0">
                <a:solidFill>
                  <a:schemeClr val="accent1"/>
                </a:solidFill>
              </a:defRPr>
            </a:lvl1pPr>
          </a:lstStyle>
          <a:p>
            <a:r>
              <a:rPr lang="en-US"/>
              <a:t>Insert transition slide content. Use dark blue font to emphasize select text.</a:t>
            </a:r>
          </a:p>
        </p:txBody>
      </p:sp>
      <p:sp>
        <p:nvSpPr>
          <p:cNvPr id="4" name="Date Placeholder 3">
            <a:extLst>
              <a:ext uri="{FF2B5EF4-FFF2-40B4-BE49-F238E27FC236}">
                <a16:creationId xmlns:a16="http://schemas.microsoft.com/office/drawing/2014/main" id="{01215765-F3EA-AB43-B879-3A2AFEFE54ED}"/>
              </a:ext>
            </a:extLst>
          </p:cNvPr>
          <p:cNvSpPr>
            <a:spLocks noGrp="1"/>
          </p:cNvSpPr>
          <p:nvPr>
            <p:ph type="dt" sz="half" idx="10"/>
          </p:nvPr>
        </p:nvSpPr>
        <p:spPr/>
        <p:txBody>
          <a:bodyPr/>
          <a:lstStyle/>
          <a:p>
            <a:fld id="{35CE79AB-F6EB-6542-9AEE-0F62AE9479B6}" type="datetime1">
              <a:rPr lang="en-US" smtClean="0"/>
              <a:t>5/9/2024</a:t>
            </a:fld>
            <a:endParaRPr lang="en-US"/>
          </a:p>
        </p:txBody>
      </p:sp>
      <p:sp>
        <p:nvSpPr>
          <p:cNvPr id="5" name="Footer Placeholder 4">
            <a:extLst>
              <a:ext uri="{FF2B5EF4-FFF2-40B4-BE49-F238E27FC236}">
                <a16:creationId xmlns:a16="http://schemas.microsoft.com/office/drawing/2014/main" id="{FCCFB6B9-7DF9-6C41-9EBD-AAE0CDF1C752}"/>
              </a:ext>
            </a:extLst>
          </p:cNvPr>
          <p:cNvSpPr>
            <a:spLocks noGrp="1"/>
          </p:cNvSpPr>
          <p:nvPr>
            <p:ph type="ftr" sz="quarter" idx="11"/>
          </p:nvPr>
        </p:nvSpPr>
        <p:spPr/>
        <p:txBody>
          <a:bodyPr/>
          <a:lstStyle/>
          <a:p>
            <a:r>
              <a:rPr lang="en-US"/>
              <a:t>© Kno2. All rights reserved.</a:t>
            </a:r>
          </a:p>
        </p:txBody>
      </p:sp>
      <p:sp>
        <p:nvSpPr>
          <p:cNvPr id="6" name="Slide Number Placeholder 5">
            <a:extLst>
              <a:ext uri="{FF2B5EF4-FFF2-40B4-BE49-F238E27FC236}">
                <a16:creationId xmlns:a16="http://schemas.microsoft.com/office/drawing/2014/main" id="{8D590999-73B3-0B46-BA0E-0B2B93124347}"/>
              </a:ext>
            </a:extLst>
          </p:cNvPr>
          <p:cNvSpPr>
            <a:spLocks noGrp="1"/>
          </p:cNvSpPr>
          <p:nvPr>
            <p:ph type="sldNum" sz="quarter" idx="12"/>
          </p:nvPr>
        </p:nvSpPr>
        <p:spPr/>
        <p:txBody>
          <a:bodyPr/>
          <a:lstStyle/>
          <a:p>
            <a:fld id="{1B9B3185-E874-A849-A012-27E7860D5320}" type="slidenum">
              <a:rPr lang="en-US" smtClean="0"/>
              <a:t>‹#›</a:t>
            </a:fld>
            <a:endParaRPr lang="en-US"/>
          </a:p>
        </p:txBody>
      </p:sp>
      <p:pic>
        <p:nvPicPr>
          <p:cNvPr id="9" name="Graphic 8">
            <a:extLst>
              <a:ext uri="{FF2B5EF4-FFF2-40B4-BE49-F238E27FC236}">
                <a16:creationId xmlns:a16="http://schemas.microsoft.com/office/drawing/2014/main" id="{B65858A0-2300-FB22-7637-04FDDD9F9732}"/>
              </a:ext>
            </a:extLst>
          </p:cNvPr>
          <p:cNvPicPr>
            <a:picLocks noChangeAspect="1"/>
          </p:cNvPicPr>
          <p:nvPr userDrawn="1"/>
        </p:nvPicPr>
        <p:blipFill rotWithShape="1">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l="63462"/>
          <a:stretch/>
        </p:blipFill>
        <p:spPr>
          <a:xfrm>
            <a:off x="-1" y="1845282"/>
            <a:ext cx="818787" cy="2210240"/>
          </a:xfrm>
          <a:prstGeom prst="rect">
            <a:avLst/>
          </a:prstGeom>
        </p:spPr>
      </p:pic>
      <p:sp>
        <p:nvSpPr>
          <p:cNvPr id="11" name="Text Placeholder 17">
            <a:extLst>
              <a:ext uri="{FF2B5EF4-FFF2-40B4-BE49-F238E27FC236}">
                <a16:creationId xmlns:a16="http://schemas.microsoft.com/office/drawing/2014/main" id="{2069AA36-1F8B-590C-49D3-773E5FA4AB25}"/>
              </a:ext>
            </a:extLst>
          </p:cNvPr>
          <p:cNvSpPr>
            <a:spLocks noGrp="1"/>
          </p:cNvSpPr>
          <p:nvPr>
            <p:ph type="body" sz="quarter" idx="13" hasCustomPrompt="1"/>
          </p:nvPr>
        </p:nvSpPr>
        <p:spPr>
          <a:xfrm>
            <a:off x="904279" y="2061211"/>
            <a:ext cx="6648899" cy="352566"/>
          </a:xfrm>
        </p:spPr>
        <p:txBody>
          <a:bodyPr>
            <a:normAutofit/>
          </a:bodyPr>
          <a:lstStyle>
            <a:lvl1pPr marL="0" indent="0" algn="l">
              <a:buNone/>
              <a:defRPr sz="1000" spc="300">
                <a:solidFill>
                  <a:schemeClr val="tx2"/>
                </a:solidFill>
              </a:defRPr>
            </a:lvl1pPr>
            <a:lvl2pPr>
              <a:defRPr sz="1200"/>
            </a:lvl2pPr>
            <a:lvl3pPr>
              <a:defRPr sz="1200"/>
            </a:lvl3pPr>
            <a:lvl4pPr>
              <a:defRPr sz="1200"/>
            </a:lvl4pPr>
            <a:lvl5pPr>
              <a:defRPr sz="1200"/>
            </a:lvl5pPr>
          </a:lstStyle>
          <a:p>
            <a:pPr lvl="0"/>
            <a:r>
              <a:rPr lang="en-US"/>
              <a:t>EDIT TEXT</a:t>
            </a:r>
          </a:p>
        </p:txBody>
      </p:sp>
      <p:pic>
        <p:nvPicPr>
          <p:cNvPr id="12" name="Picture 8">
            <a:extLst>
              <a:ext uri="{FF2B5EF4-FFF2-40B4-BE49-F238E27FC236}">
                <a16:creationId xmlns:a16="http://schemas.microsoft.com/office/drawing/2014/main" id="{8F55A6A6-1150-78D1-7ED5-F9DF6AED79AD}"/>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39905" y="6356271"/>
            <a:ext cx="930485" cy="324260"/>
          </a:xfrm>
          <a:prstGeom prst="rect">
            <a:avLst/>
          </a:prstGeom>
        </p:spPr>
      </p:pic>
    </p:spTree>
    <p:extLst>
      <p:ext uri="{BB962C8B-B14F-4D97-AF65-F5344CB8AC3E}">
        <p14:creationId xmlns:p14="http://schemas.microsoft.com/office/powerpoint/2010/main" val="24509167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eft_Diagram Right">
    <p:bg>
      <p:bgPr>
        <a:solidFill>
          <a:schemeClr val="bg2"/>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6E24116D-A604-E66D-B240-C8B03CB40531}"/>
              </a:ext>
            </a:extLst>
          </p:cNvPr>
          <p:cNvSpPr/>
          <p:nvPr userDrawn="1"/>
        </p:nvSpPr>
        <p:spPr>
          <a:xfrm>
            <a:off x="585788" y="1001265"/>
            <a:ext cx="6031540" cy="4271387"/>
          </a:xfrm>
          <a:prstGeom prst="roundRect">
            <a:avLst>
              <a:gd name="adj" fmla="val 3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6305876-3B91-1884-C2DF-24F9765C12AE}"/>
              </a:ext>
            </a:extLst>
          </p:cNvPr>
          <p:cNvPicPr>
            <a:picLocks noChangeAspect="1"/>
          </p:cNvPicPr>
          <p:nvPr userDrawn="1"/>
        </p:nvPicPr>
        <p:blipFill rotWithShape="1">
          <a:blip r:embed="rId2"/>
          <a:srcRect l="-48290" t="-5644" r="8553" b="9147"/>
          <a:stretch/>
        </p:blipFill>
        <p:spPr>
          <a:xfrm>
            <a:off x="4868918" y="185324"/>
            <a:ext cx="7323081" cy="5826456"/>
          </a:xfrm>
          <a:prstGeom prst="rect">
            <a:avLst/>
          </a:prstGeom>
        </p:spPr>
      </p:pic>
      <p:grpSp>
        <p:nvGrpSpPr>
          <p:cNvPr id="8" name="Group 7">
            <a:extLst>
              <a:ext uri="{FF2B5EF4-FFF2-40B4-BE49-F238E27FC236}">
                <a16:creationId xmlns:a16="http://schemas.microsoft.com/office/drawing/2014/main" id="{79830D48-E2A5-3DD8-05DB-7B346D128723}"/>
              </a:ext>
            </a:extLst>
          </p:cNvPr>
          <p:cNvGrpSpPr/>
          <p:nvPr userDrawn="1"/>
        </p:nvGrpSpPr>
        <p:grpSpPr>
          <a:xfrm>
            <a:off x="6541501" y="3462525"/>
            <a:ext cx="3597397" cy="3381827"/>
            <a:chOff x="5145259" y="2791362"/>
            <a:chExt cx="4641746" cy="4363595"/>
          </a:xfrm>
        </p:grpSpPr>
        <p:cxnSp>
          <p:nvCxnSpPr>
            <p:cNvPr id="9" name="Straight Connector 8">
              <a:extLst>
                <a:ext uri="{FF2B5EF4-FFF2-40B4-BE49-F238E27FC236}">
                  <a16:creationId xmlns:a16="http://schemas.microsoft.com/office/drawing/2014/main" id="{BA41EA72-3D4B-1357-7F54-4578898443BA}"/>
                </a:ext>
              </a:extLst>
            </p:cNvPr>
            <p:cNvCxnSpPr>
              <a:cxnSpLocks/>
            </p:cNvCxnSpPr>
            <p:nvPr/>
          </p:nvCxnSpPr>
          <p:spPr>
            <a:xfrm flipV="1">
              <a:off x="7571715" y="4810707"/>
              <a:ext cx="2215290" cy="1269977"/>
            </a:xfrm>
            <a:prstGeom prst="line">
              <a:avLst/>
            </a:prstGeom>
            <a:ln w="19050">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75796C0-9D22-1DAD-24BC-1531054DD0CC}"/>
                </a:ext>
              </a:extLst>
            </p:cNvPr>
            <p:cNvCxnSpPr>
              <a:cxnSpLocks/>
            </p:cNvCxnSpPr>
            <p:nvPr/>
          </p:nvCxnSpPr>
          <p:spPr>
            <a:xfrm flipV="1">
              <a:off x="5827954" y="3793145"/>
              <a:ext cx="1781018" cy="1021018"/>
            </a:xfrm>
            <a:prstGeom prst="line">
              <a:avLst/>
            </a:prstGeom>
            <a:ln w="19050">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901DE29-958A-ED93-E919-C71924ABDB8A}"/>
                </a:ext>
              </a:extLst>
            </p:cNvPr>
            <p:cNvCxnSpPr>
              <a:cxnSpLocks/>
            </p:cNvCxnSpPr>
            <p:nvPr/>
          </p:nvCxnSpPr>
          <p:spPr>
            <a:xfrm flipV="1">
              <a:off x="6406254" y="4160991"/>
              <a:ext cx="1893279" cy="1085375"/>
            </a:xfrm>
            <a:prstGeom prst="line">
              <a:avLst/>
            </a:prstGeom>
            <a:ln w="19050">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DA18E68-DCF8-77B2-FBA9-AEB2B224E9AE}"/>
                </a:ext>
              </a:extLst>
            </p:cNvPr>
            <p:cNvCxnSpPr>
              <a:cxnSpLocks/>
            </p:cNvCxnSpPr>
            <p:nvPr/>
          </p:nvCxnSpPr>
          <p:spPr>
            <a:xfrm flipV="1">
              <a:off x="7465125" y="4364227"/>
              <a:ext cx="1857065" cy="1064614"/>
            </a:xfrm>
            <a:prstGeom prst="line">
              <a:avLst/>
            </a:prstGeom>
            <a:ln w="19050">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E482A0E-ADDF-A032-639D-741A198CC244}"/>
                </a:ext>
              </a:extLst>
            </p:cNvPr>
            <p:cNvCxnSpPr>
              <a:cxnSpLocks/>
            </p:cNvCxnSpPr>
            <p:nvPr/>
          </p:nvCxnSpPr>
          <p:spPr>
            <a:xfrm flipV="1">
              <a:off x="5145259" y="3369537"/>
              <a:ext cx="1886202" cy="1081317"/>
            </a:xfrm>
            <a:prstGeom prst="line">
              <a:avLst/>
            </a:prstGeom>
            <a:ln w="19050">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FDC1306-C1BC-09BC-6678-9A9CA2D82A29}"/>
                </a:ext>
              </a:extLst>
            </p:cNvPr>
            <p:cNvGrpSpPr/>
            <p:nvPr/>
          </p:nvGrpSpPr>
          <p:grpSpPr>
            <a:xfrm>
              <a:off x="5744591" y="2791362"/>
              <a:ext cx="2343302" cy="4363595"/>
              <a:chOff x="3506841" y="2200490"/>
              <a:chExt cx="2343302" cy="4363595"/>
            </a:xfrm>
            <a:scene3d>
              <a:camera prst="isometricTopUp"/>
              <a:lightRig rig="threePt" dir="t"/>
            </a:scene3d>
          </p:grpSpPr>
          <p:sp>
            <p:nvSpPr>
              <p:cNvPr id="15" name="Rounded Rectangle 14">
                <a:extLst>
                  <a:ext uri="{FF2B5EF4-FFF2-40B4-BE49-F238E27FC236}">
                    <a16:creationId xmlns:a16="http://schemas.microsoft.com/office/drawing/2014/main" id="{C9E72527-CAF0-0AB3-15D1-898999F79A9A}"/>
                  </a:ext>
                </a:extLst>
              </p:cNvPr>
              <p:cNvSpPr/>
              <p:nvPr/>
            </p:nvSpPr>
            <p:spPr>
              <a:xfrm>
                <a:off x="3506841" y="3131516"/>
                <a:ext cx="1496292" cy="639492"/>
              </a:xfrm>
              <a:prstGeom prst="roundRect">
                <a:avLst/>
              </a:prstGeom>
              <a:solidFill>
                <a:srgbClr val="FBC908"/>
              </a:solidFill>
              <a:ln>
                <a:noFill/>
              </a:ln>
              <a:sp3d extrusionH="44450">
                <a:extrusionClr>
                  <a:schemeClr val="accent4">
                    <a:lumMod val="75000"/>
                  </a:schemeClr>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2801F4A3-9689-9FF8-5F8E-2730876D9830}"/>
                  </a:ext>
                </a:extLst>
              </p:cNvPr>
              <p:cNvSpPr/>
              <p:nvPr/>
            </p:nvSpPr>
            <p:spPr>
              <a:xfrm>
                <a:off x="3506841" y="4062541"/>
                <a:ext cx="1058871" cy="639492"/>
              </a:xfrm>
              <a:prstGeom prst="roundRect">
                <a:avLst/>
              </a:prstGeom>
              <a:solidFill>
                <a:srgbClr val="FBC908"/>
              </a:solidFill>
              <a:ln>
                <a:noFill/>
              </a:ln>
              <a:sp3d extrusionH="44450">
                <a:extrusionClr>
                  <a:schemeClr val="accent4">
                    <a:lumMod val="75000"/>
                  </a:schemeClr>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22CE8775-BC1B-F9BD-9353-91819B3C94AF}"/>
                  </a:ext>
                </a:extLst>
              </p:cNvPr>
              <p:cNvSpPr/>
              <p:nvPr/>
            </p:nvSpPr>
            <p:spPr>
              <a:xfrm>
                <a:off x="3506841" y="5010193"/>
                <a:ext cx="2343302" cy="639492"/>
              </a:xfrm>
              <a:prstGeom prst="roundRect">
                <a:avLst/>
              </a:prstGeom>
              <a:solidFill>
                <a:srgbClr val="FBC908"/>
              </a:solidFill>
              <a:ln>
                <a:noFill/>
              </a:ln>
              <a:sp3d extrusionH="44450">
                <a:extrusionClr>
                  <a:schemeClr val="accent4">
                    <a:lumMod val="75000"/>
                  </a:schemeClr>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A777FEB1-A0E4-A365-53DD-8A0C4A716E37}"/>
                  </a:ext>
                </a:extLst>
              </p:cNvPr>
              <p:cNvSpPr/>
              <p:nvPr/>
            </p:nvSpPr>
            <p:spPr>
              <a:xfrm>
                <a:off x="3506841" y="5924593"/>
                <a:ext cx="1645922" cy="639492"/>
              </a:xfrm>
              <a:prstGeom prst="roundRect">
                <a:avLst/>
              </a:prstGeom>
              <a:solidFill>
                <a:srgbClr val="FBC908"/>
              </a:solidFill>
              <a:ln>
                <a:noFill/>
              </a:ln>
              <a:sp3d extrusionH="44450">
                <a:extrusionClr>
                  <a:schemeClr val="accent4">
                    <a:lumMod val="75000"/>
                  </a:schemeClr>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95894A9B-E309-4956-80D7-F5BA8E428A6C}"/>
                  </a:ext>
                </a:extLst>
              </p:cNvPr>
              <p:cNvSpPr/>
              <p:nvPr/>
            </p:nvSpPr>
            <p:spPr>
              <a:xfrm>
                <a:off x="3506841" y="2200490"/>
                <a:ext cx="1144189" cy="639492"/>
              </a:xfrm>
              <a:prstGeom prst="roundRect">
                <a:avLst/>
              </a:prstGeom>
              <a:solidFill>
                <a:srgbClr val="FBC908"/>
              </a:solidFill>
              <a:ln>
                <a:noFill/>
              </a:ln>
              <a:sp3d extrusionH="44450">
                <a:extrusionClr>
                  <a:schemeClr val="accent4">
                    <a:lumMod val="75000"/>
                  </a:schemeClr>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0" name="Oval 19">
            <a:extLst>
              <a:ext uri="{FF2B5EF4-FFF2-40B4-BE49-F238E27FC236}">
                <a16:creationId xmlns:a16="http://schemas.microsoft.com/office/drawing/2014/main" id="{3C6640A2-DFDC-0626-7CBC-C3E9BA7552A2}"/>
              </a:ext>
            </a:extLst>
          </p:cNvPr>
          <p:cNvSpPr/>
          <p:nvPr userDrawn="1"/>
        </p:nvSpPr>
        <p:spPr>
          <a:xfrm flipV="1">
            <a:off x="6814412" y="4511726"/>
            <a:ext cx="101157" cy="101157"/>
          </a:xfrm>
          <a:prstGeom prst="ellipse">
            <a:avLst/>
          </a:prstGeom>
          <a:solidFill>
            <a:schemeClr val="tx2"/>
          </a:soli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FAA9FEC-8600-E884-A752-8EC1C3F4AA0D}"/>
              </a:ext>
            </a:extLst>
          </p:cNvPr>
          <p:cNvSpPr/>
          <p:nvPr userDrawn="1"/>
        </p:nvSpPr>
        <p:spPr>
          <a:xfrm flipV="1">
            <a:off x="7520157" y="4714244"/>
            <a:ext cx="101157" cy="101157"/>
          </a:xfrm>
          <a:prstGeom prst="ellipse">
            <a:avLst/>
          </a:prstGeom>
          <a:solidFill>
            <a:schemeClr val="tx2"/>
          </a:soli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41B204C1-F83D-9A89-A2DD-2B76ADA02772}"/>
              </a:ext>
            </a:extLst>
          </p:cNvPr>
          <p:cNvSpPr/>
          <p:nvPr userDrawn="1"/>
        </p:nvSpPr>
        <p:spPr>
          <a:xfrm flipV="1">
            <a:off x="7790181" y="5131554"/>
            <a:ext cx="101157" cy="101157"/>
          </a:xfrm>
          <a:prstGeom prst="ellipse">
            <a:avLst/>
          </a:prstGeom>
          <a:solidFill>
            <a:schemeClr val="tx2"/>
          </a:soli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C499DBF-710D-F974-54BD-7954A0FC1B11}"/>
              </a:ext>
            </a:extLst>
          </p:cNvPr>
          <p:cNvSpPr/>
          <p:nvPr userDrawn="1"/>
        </p:nvSpPr>
        <p:spPr>
          <a:xfrm flipV="1">
            <a:off x="9023700" y="5033364"/>
            <a:ext cx="101157" cy="101157"/>
          </a:xfrm>
          <a:prstGeom prst="ellipse">
            <a:avLst/>
          </a:prstGeom>
          <a:solidFill>
            <a:schemeClr val="tx2"/>
          </a:soli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0486E5B-1768-9BC6-F865-30E088D525A2}"/>
              </a:ext>
            </a:extLst>
          </p:cNvPr>
          <p:cNvSpPr/>
          <p:nvPr userDrawn="1"/>
        </p:nvSpPr>
        <p:spPr>
          <a:xfrm flipV="1">
            <a:off x="9134164" y="5536591"/>
            <a:ext cx="101157" cy="101157"/>
          </a:xfrm>
          <a:prstGeom prst="ellipse">
            <a:avLst/>
          </a:prstGeom>
          <a:solidFill>
            <a:schemeClr val="tx2"/>
          </a:soli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bject 2">
            <a:extLst>
              <a:ext uri="{FF2B5EF4-FFF2-40B4-BE49-F238E27FC236}">
                <a16:creationId xmlns:a16="http://schemas.microsoft.com/office/drawing/2014/main" id="{F1FF466C-0C06-CE23-2F13-154644D288E6}"/>
              </a:ext>
            </a:extLst>
          </p:cNvPr>
          <p:cNvSpPr txBox="1"/>
          <p:nvPr userDrawn="1"/>
        </p:nvSpPr>
        <p:spPr>
          <a:xfrm>
            <a:off x="6977564" y="3287997"/>
            <a:ext cx="2634760" cy="3360567"/>
          </a:xfrm>
          <a:prstGeom prst="rect">
            <a:avLst/>
          </a:prstGeom>
          <a:scene3d>
            <a:camera prst="isometricTopUp"/>
            <a:lightRig rig="threePt" dir="t"/>
          </a:scene3d>
        </p:spPr>
        <p:txBody>
          <a:bodyPr vert="horz" wrap="square" lIns="0" tIns="8857" rIns="0" bIns="0" rtlCol="0">
            <a:spAutoFit/>
          </a:bodyPr>
          <a:lstStyle/>
          <a:p>
            <a:pPr marL="7701">
              <a:lnSpc>
                <a:spcPct val="114000"/>
              </a:lnSpc>
              <a:spcAft>
                <a:spcPts val="3000"/>
              </a:spcAft>
            </a:pPr>
            <a:r>
              <a:rPr lang="en-US" sz="2000">
                <a:solidFill>
                  <a:srgbClr val="020053"/>
                </a:solidFill>
                <a:latin typeface="Arial"/>
                <a:cs typeface="Arial"/>
              </a:rPr>
              <a:t>Send</a:t>
            </a:r>
            <a:endParaRPr lang="en-US" sz="2000" spc="-15">
              <a:solidFill>
                <a:srgbClr val="020053"/>
              </a:solidFill>
              <a:latin typeface="Arial"/>
              <a:cs typeface="Arial"/>
            </a:endParaRPr>
          </a:p>
          <a:p>
            <a:pPr marL="7701">
              <a:lnSpc>
                <a:spcPct val="114000"/>
              </a:lnSpc>
              <a:spcAft>
                <a:spcPts val="3000"/>
              </a:spcAft>
            </a:pPr>
            <a:r>
              <a:rPr lang="en-US" sz="2000">
                <a:solidFill>
                  <a:srgbClr val="020053"/>
                </a:solidFill>
                <a:latin typeface="Arial"/>
                <a:cs typeface="Arial"/>
              </a:rPr>
              <a:t>Receive</a:t>
            </a:r>
          </a:p>
          <a:p>
            <a:pPr marL="7701">
              <a:lnSpc>
                <a:spcPct val="114000"/>
              </a:lnSpc>
              <a:spcAft>
                <a:spcPts val="3000"/>
              </a:spcAft>
            </a:pPr>
            <a:r>
              <a:rPr lang="en-US" sz="2000">
                <a:solidFill>
                  <a:srgbClr val="020053"/>
                </a:solidFill>
                <a:latin typeface="Arial"/>
                <a:cs typeface="Arial"/>
              </a:rPr>
              <a:t>Find</a:t>
            </a:r>
          </a:p>
          <a:p>
            <a:pPr marL="7701">
              <a:lnSpc>
                <a:spcPct val="114000"/>
              </a:lnSpc>
              <a:spcAft>
                <a:spcPts val="3000"/>
              </a:spcAft>
            </a:pPr>
            <a:r>
              <a:rPr lang="en-US" sz="2000">
                <a:solidFill>
                  <a:srgbClr val="020053"/>
                </a:solidFill>
                <a:latin typeface="Arial"/>
                <a:cs typeface="Arial"/>
              </a:rPr>
              <a:t>Conversations</a:t>
            </a:r>
          </a:p>
          <a:p>
            <a:pPr marL="7701">
              <a:lnSpc>
                <a:spcPct val="114000"/>
              </a:lnSpc>
              <a:spcAft>
                <a:spcPts val="3000"/>
              </a:spcAft>
            </a:pPr>
            <a:r>
              <a:rPr lang="en-US" sz="2000">
                <a:solidFill>
                  <a:srgbClr val="020053"/>
                </a:solidFill>
                <a:latin typeface="Arial"/>
                <a:cs typeface="Arial"/>
              </a:rPr>
              <a:t>Directory</a:t>
            </a:r>
            <a:endParaRPr sz="2000">
              <a:solidFill>
                <a:srgbClr val="020053"/>
              </a:solidFill>
              <a:latin typeface="Arial"/>
              <a:cs typeface="Arial"/>
            </a:endParaRPr>
          </a:p>
        </p:txBody>
      </p:sp>
      <p:sp>
        <p:nvSpPr>
          <p:cNvPr id="26" name="Title 8">
            <a:extLst>
              <a:ext uri="{FF2B5EF4-FFF2-40B4-BE49-F238E27FC236}">
                <a16:creationId xmlns:a16="http://schemas.microsoft.com/office/drawing/2014/main" id="{AE451462-ECD9-3F60-2FF3-C934ED4443DD}"/>
              </a:ext>
            </a:extLst>
          </p:cNvPr>
          <p:cNvSpPr>
            <a:spLocks noGrp="1"/>
          </p:cNvSpPr>
          <p:nvPr>
            <p:ph type="title"/>
          </p:nvPr>
        </p:nvSpPr>
        <p:spPr>
          <a:xfrm>
            <a:off x="838200" y="1428697"/>
            <a:ext cx="5818432" cy="973591"/>
          </a:xfrm>
        </p:spPr>
        <p:txBody>
          <a:bodyPr>
            <a:normAutofit fontScale="90000"/>
          </a:bodyPr>
          <a:lstStyle>
            <a:lvl1pPr>
              <a:defRPr>
                <a:solidFill>
                  <a:schemeClr val="tx2"/>
                </a:solidFill>
              </a:defRPr>
            </a:lvl1pPr>
          </a:lstStyle>
          <a:p>
            <a:pPr algn="l">
              <a:spcBef>
                <a:spcPts val="0"/>
              </a:spcBef>
            </a:pPr>
            <a:endParaRPr lang="en-US" sz="4000" spc="-100">
              <a:solidFill>
                <a:schemeClr val="accent1"/>
              </a:solidFill>
            </a:endParaRPr>
          </a:p>
        </p:txBody>
      </p:sp>
      <p:sp>
        <p:nvSpPr>
          <p:cNvPr id="27" name="Content Placeholder 3">
            <a:extLst>
              <a:ext uri="{FF2B5EF4-FFF2-40B4-BE49-F238E27FC236}">
                <a16:creationId xmlns:a16="http://schemas.microsoft.com/office/drawing/2014/main" id="{25363514-D08D-023E-762D-AB3F0A63406D}"/>
              </a:ext>
            </a:extLst>
          </p:cNvPr>
          <p:cNvSpPr>
            <a:spLocks noGrp="1"/>
          </p:cNvSpPr>
          <p:nvPr>
            <p:ph idx="1"/>
          </p:nvPr>
        </p:nvSpPr>
        <p:spPr>
          <a:xfrm>
            <a:off x="838200" y="2731257"/>
            <a:ext cx="5255220" cy="2501454"/>
          </a:xfrm>
        </p:spPr>
        <p:txBody>
          <a:bodyPr>
            <a:normAutofit/>
          </a:bodyPr>
          <a:lstStyle>
            <a:lvl1pPr>
              <a:defRPr>
                <a:solidFill>
                  <a:schemeClr val="tx1"/>
                </a:solidFill>
              </a:defRPr>
            </a:lvl1pPr>
          </a:lstStyle>
          <a:p>
            <a:pPr marL="0" indent="0">
              <a:buNone/>
            </a:pPr>
            <a:endParaRPr lang="en-US" sz="2400"/>
          </a:p>
        </p:txBody>
      </p:sp>
      <p:sp>
        <p:nvSpPr>
          <p:cNvPr id="28" name="Date Placeholder 3">
            <a:extLst>
              <a:ext uri="{FF2B5EF4-FFF2-40B4-BE49-F238E27FC236}">
                <a16:creationId xmlns:a16="http://schemas.microsoft.com/office/drawing/2014/main" id="{80EACB15-0C66-EEBF-0015-A2C8069144E9}"/>
              </a:ext>
            </a:extLst>
          </p:cNvPr>
          <p:cNvSpPr>
            <a:spLocks noGrp="1"/>
          </p:cNvSpPr>
          <p:nvPr>
            <p:ph type="dt" sz="half" idx="10"/>
          </p:nvPr>
        </p:nvSpPr>
        <p:spPr>
          <a:xfrm>
            <a:off x="1812561" y="6505975"/>
            <a:ext cx="2743200" cy="365125"/>
          </a:xfrm>
        </p:spPr>
        <p:txBody>
          <a:bodyPr/>
          <a:lstStyle/>
          <a:p>
            <a:fld id="{A92898E8-C518-5C4D-A8FC-5B0004A2148E}" type="datetime1">
              <a:rPr lang="en-US" smtClean="0"/>
              <a:t>5/9/2024</a:t>
            </a:fld>
            <a:endParaRPr lang="en-US"/>
          </a:p>
        </p:txBody>
      </p:sp>
      <p:sp>
        <p:nvSpPr>
          <p:cNvPr id="29" name="Footer Placeholder 4">
            <a:extLst>
              <a:ext uri="{FF2B5EF4-FFF2-40B4-BE49-F238E27FC236}">
                <a16:creationId xmlns:a16="http://schemas.microsoft.com/office/drawing/2014/main" id="{F882907E-02B5-4BEC-1FFE-11B147AEBCB4}"/>
              </a:ext>
            </a:extLst>
          </p:cNvPr>
          <p:cNvSpPr>
            <a:spLocks noGrp="1"/>
          </p:cNvSpPr>
          <p:nvPr>
            <p:ph type="ftr" sz="quarter" idx="11"/>
          </p:nvPr>
        </p:nvSpPr>
        <p:spPr>
          <a:xfrm>
            <a:off x="7323083" y="6505975"/>
            <a:ext cx="4114800" cy="365125"/>
          </a:xfrm>
        </p:spPr>
        <p:txBody>
          <a:bodyPr/>
          <a:lstStyle/>
          <a:p>
            <a:r>
              <a:rPr lang="en-US"/>
              <a:t>© Kno2. All rights reserved.</a:t>
            </a:r>
          </a:p>
        </p:txBody>
      </p:sp>
      <p:sp>
        <p:nvSpPr>
          <p:cNvPr id="30" name="Slide Number Placeholder 5">
            <a:extLst>
              <a:ext uri="{FF2B5EF4-FFF2-40B4-BE49-F238E27FC236}">
                <a16:creationId xmlns:a16="http://schemas.microsoft.com/office/drawing/2014/main" id="{52779829-02D6-D6F3-3E7B-8311EBF5DB54}"/>
              </a:ext>
            </a:extLst>
          </p:cNvPr>
          <p:cNvSpPr>
            <a:spLocks noGrp="1"/>
          </p:cNvSpPr>
          <p:nvPr>
            <p:ph type="sldNum" sz="quarter" idx="12"/>
          </p:nvPr>
        </p:nvSpPr>
        <p:spPr>
          <a:xfrm>
            <a:off x="11554691" y="6505975"/>
            <a:ext cx="458675" cy="365125"/>
          </a:xfrm>
        </p:spPr>
        <p:txBody>
          <a:bodyPr/>
          <a:lstStyle/>
          <a:p>
            <a:fld id="{1B9B3185-E874-A849-A012-27E7860D5320}" type="slidenum">
              <a:rPr lang="en-US" smtClean="0"/>
              <a:t>‹#›</a:t>
            </a:fld>
            <a:endParaRPr lang="en-US"/>
          </a:p>
        </p:txBody>
      </p:sp>
      <p:pic>
        <p:nvPicPr>
          <p:cNvPr id="31" name="Picture 8">
            <a:extLst>
              <a:ext uri="{FF2B5EF4-FFF2-40B4-BE49-F238E27FC236}">
                <a16:creationId xmlns:a16="http://schemas.microsoft.com/office/drawing/2014/main" id="{5EA0CCCE-C65E-15A5-0A74-8D2164C927C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239905" y="6356271"/>
            <a:ext cx="930485" cy="324260"/>
          </a:xfrm>
          <a:prstGeom prst="rect">
            <a:avLst/>
          </a:prstGeom>
        </p:spPr>
      </p:pic>
    </p:spTree>
    <p:extLst>
      <p:ext uri="{BB962C8B-B14F-4D97-AF65-F5344CB8AC3E}">
        <p14:creationId xmlns:p14="http://schemas.microsoft.com/office/powerpoint/2010/main" val="117552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50000" decel="50000" fill="hold" grpId="0" nodeType="afterEffect">
                                  <p:stCondLst>
                                    <p:cond delay="0"/>
                                  </p:stCondLst>
                                  <p:endCondLst>
                                    <p:cond evt="onNext" delay="0">
                                      <p:tgtEl>
                                        <p:sldTgt/>
                                      </p:tgtEl>
                                    </p:cond>
                                  </p:endCondLst>
                                  <p:childTnLst>
                                    <p:animMotion origin="layout" path="M 0 0 L 0.11016 -0.1125 " pathEditMode="relative" ptsTypes="AA">
                                      <p:cBhvr>
                                        <p:cTn id="6" dur="3000" fill="hold"/>
                                        <p:tgtEl>
                                          <p:spTgt spid="20"/>
                                        </p:tgtEl>
                                        <p:attrNameLst>
                                          <p:attrName>ppt_x</p:attrName>
                                          <p:attrName>ppt_y</p:attrName>
                                        </p:attrNameLst>
                                      </p:cBhvr>
                                    </p:animMotion>
                                  </p:childTnLst>
                                  <p:subTnLst>
                                    <p:set>
                                      <p:cBhvr override="childStyle">
                                        <p:cTn dur="1" fill="hold" display="0" masterRel="sameClick" afterEffect="1">
                                          <p:stCondLst>
                                            <p:cond evt="end" delay="0">
                                              <p:tn val="5"/>
                                            </p:cond>
                                          </p:stCondLst>
                                        </p:cTn>
                                        <p:tgtEl>
                                          <p:spTgt spid="20"/>
                                        </p:tgtEl>
                                        <p:attrNameLst>
                                          <p:attrName>style.visibility</p:attrName>
                                        </p:attrNameLst>
                                      </p:cBhvr>
                                      <p:to>
                                        <p:strVal val="hidden"/>
                                      </p:to>
                                    </p:set>
                                  </p:subTnLst>
                                </p:cTn>
                              </p:par>
                              <p:par>
                                <p:cTn id="7" presetID="0" presetClass="path" presetSubtype="0" repeatCount="indefinite" accel="50000" decel="50000" fill="hold" grpId="0" nodeType="withEffect">
                                  <p:stCondLst>
                                    <p:cond delay="0"/>
                                  </p:stCondLst>
                                  <p:endCondLst>
                                    <p:cond evt="onNext" delay="0">
                                      <p:tgtEl>
                                        <p:sldTgt/>
                                      </p:tgtEl>
                                    </p:cond>
                                  </p:endCondLst>
                                  <p:childTnLst>
                                    <p:animMotion origin="layout" path="M -0.00104 -0.00232 L 0.09089 -0.0963 " pathEditMode="relative" rAng="0" ptsTypes="AA">
                                      <p:cBhvr>
                                        <p:cTn id="8" dur="2500" fill="hold"/>
                                        <p:tgtEl>
                                          <p:spTgt spid="21"/>
                                        </p:tgtEl>
                                        <p:attrNameLst>
                                          <p:attrName>ppt_x</p:attrName>
                                          <p:attrName>ppt_y</p:attrName>
                                        </p:attrNameLst>
                                      </p:cBhvr>
                                      <p:rCtr x="4596" y="-4699"/>
                                    </p:animMotion>
                                  </p:childTnLst>
                                  <p:subTnLst>
                                    <p:set>
                                      <p:cBhvr override="childStyle">
                                        <p:cTn dur="1" fill="hold" display="0" masterRel="sameClick" afterEffect="1">
                                          <p:stCondLst>
                                            <p:cond evt="end" delay="0">
                                              <p:tn val="7"/>
                                            </p:cond>
                                          </p:stCondLst>
                                        </p:cTn>
                                        <p:tgtEl>
                                          <p:spTgt spid="21"/>
                                        </p:tgtEl>
                                        <p:attrNameLst>
                                          <p:attrName>style.visibility</p:attrName>
                                        </p:attrNameLst>
                                      </p:cBhvr>
                                      <p:to>
                                        <p:strVal val="hidden"/>
                                      </p:to>
                                    </p:set>
                                  </p:subTnLst>
                                </p:cTn>
                              </p:par>
                              <p:par>
                                <p:cTn id="9" presetID="0" presetClass="path" presetSubtype="0" repeatCount="indefinite" accel="50000" decel="50000" fill="hold" grpId="0" nodeType="withEffect">
                                  <p:stCondLst>
                                    <p:cond delay="0"/>
                                  </p:stCondLst>
                                  <p:endCondLst>
                                    <p:cond evt="onNext" delay="0">
                                      <p:tgtEl>
                                        <p:sldTgt/>
                                      </p:tgtEl>
                                    </p:cond>
                                  </p:endCondLst>
                                  <p:childTnLst>
                                    <p:animMotion origin="layout" path="M 1.11022E-16 4.44444E-6 L 0.09388 -0.09676 " pathEditMode="relative" rAng="0" ptsTypes="AA">
                                      <p:cBhvr>
                                        <p:cTn id="10" dur="2000" fill="hold"/>
                                        <p:tgtEl>
                                          <p:spTgt spid="22"/>
                                        </p:tgtEl>
                                        <p:attrNameLst>
                                          <p:attrName>ppt_x</p:attrName>
                                          <p:attrName>ppt_y</p:attrName>
                                        </p:attrNameLst>
                                      </p:cBhvr>
                                      <p:rCtr x="4688" y="-4838"/>
                                    </p:animMotion>
                                  </p:childTnLst>
                                  <p:subTnLst>
                                    <p:set>
                                      <p:cBhvr override="childStyle">
                                        <p:cTn dur="1" fill="hold" display="0" masterRel="sameClick" afterEffect="1">
                                          <p:stCondLst>
                                            <p:cond evt="end" delay="0">
                                              <p:tn val="9"/>
                                            </p:cond>
                                          </p:stCondLst>
                                        </p:cTn>
                                        <p:tgtEl>
                                          <p:spTgt spid="22"/>
                                        </p:tgtEl>
                                        <p:attrNameLst>
                                          <p:attrName>style.visibility</p:attrName>
                                        </p:attrNameLst>
                                      </p:cBhvr>
                                      <p:to>
                                        <p:strVal val="hidden"/>
                                      </p:to>
                                    </p:set>
                                  </p:subTnLst>
                                </p:cTn>
                              </p:par>
                              <p:par>
                                <p:cTn id="11" presetID="0" presetClass="path" presetSubtype="0" repeatCount="indefinite" accel="50000" decel="50000" fill="hold" grpId="0" nodeType="withEffect">
                                  <p:stCondLst>
                                    <p:cond delay="0"/>
                                  </p:stCondLst>
                                  <p:endCondLst>
                                    <p:cond evt="onNext" delay="0">
                                      <p:tgtEl>
                                        <p:sldTgt/>
                                      </p:tgtEl>
                                    </p:cond>
                                  </p:endCondLst>
                                  <p:childTnLst>
                                    <p:animMotion origin="layout" path="M -1.875E-6 -3.7037E-6 L 0.04636 -0.04884 " pathEditMode="relative" rAng="0" ptsTypes="AA">
                                      <p:cBhvr>
                                        <p:cTn id="12" dur="4000" fill="hold"/>
                                        <p:tgtEl>
                                          <p:spTgt spid="23"/>
                                        </p:tgtEl>
                                        <p:attrNameLst>
                                          <p:attrName>ppt_x</p:attrName>
                                          <p:attrName>ppt_y</p:attrName>
                                        </p:attrNameLst>
                                      </p:cBhvr>
                                      <p:rCtr x="2318" y="-2454"/>
                                    </p:animMotion>
                                  </p:childTnLst>
                                  <p:subTnLst>
                                    <p:set>
                                      <p:cBhvr override="childStyle">
                                        <p:cTn dur="1" fill="hold" display="0" masterRel="sameClick" afterEffect="1">
                                          <p:stCondLst>
                                            <p:cond evt="end" delay="0">
                                              <p:tn val="11"/>
                                            </p:cond>
                                          </p:stCondLst>
                                        </p:cTn>
                                        <p:tgtEl>
                                          <p:spTgt spid="23"/>
                                        </p:tgtEl>
                                        <p:attrNameLst>
                                          <p:attrName>style.visibility</p:attrName>
                                        </p:attrNameLst>
                                      </p:cBhvr>
                                      <p:to>
                                        <p:strVal val="hidden"/>
                                      </p:to>
                                    </p:set>
                                  </p:subTnLst>
                                </p:cTn>
                              </p:par>
                              <p:par>
                                <p:cTn id="13" presetID="0" presetClass="path" presetSubtype="0" repeatCount="indefinite" accel="50000" decel="50000" fill="hold" grpId="0" nodeType="withEffect">
                                  <p:stCondLst>
                                    <p:cond delay="0"/>
                                  </p:stCondLst>
                                  <p:endCondLst>
                                    <p:cond evt="onNext" delay="0">
                                      <p:tgtEl>
                                        <p:sldTgt/>
                                      </p:tgtEl>
                                    </p:cond>
                                  </p:endCondLst>
                                  <p:childTnLst>
                                    <p:animMotion origin="layout" path="M 3.75E-6 -3.33333E-6 L 0.08268 -0.09143 " pathEditMode="relative" rAng="0" ptsTypes="AA">
                                      <p:cBhvr>
                                        <p:cTn id="14" dur="3000" fill="hold"/>
                                        <p:tgtEl>
                                          <p:spTgt spid="24"/>
                                        </p:tgtEl>
                                        <p:attrNameLst>
                                          <p:attrName>ppt_x</p:attrName>
                                          <p:attrName>ppt_y</p:attrName>
                                        </p:attrNameLst>
                                      </p:cBhvr>
                                      <p:rCtr x="4128" y="-4583"/>
                                    </p:animMotion>
                                  </p:childTnLst>
                                  <p:subTnLst>
                                    <p:set>
                                      <p:cBhvr override="childStyle">
                                        <p:cTn dur="1" fill="hold" display="0" masterRel="sameClick" afterEffect="1">
                                          <p:stCondLst>
                                            <p:cond evt="end" delay="0">
                                              <p:tn val="13"/>
                                            </p:cond>
                                          </p:stCondLst>
                                        </p:cTn>
                                        <p:tgtEl>
                                          <p:spTgt spid="2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Whi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9B2F2C-D567-1310-C3EF-89A4A5B94CD2}"/>
              </a:ext>
            </a:extLst>
          </p:cNvPr>
          <p:cNvSpPr/>
          <p:nvPr userDrawn="1"/>
        </p:nvSpPr>
        <p:spPr>
          <a:xfrm>
            <a:off x="-1" y="5541818"/>
            <a:ext cx="12192001" cy="13292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BF8F14-0A3F-1B4C-8EEB-D4CBDCCE9C4E}"/>
              </a:ext>
            </a:extLst>
          </p:cNvPr>
          <p:cNvSpPr>
            <a:spLocks noGrp="1"/>
          </p:cNvSpPr>
          <p:nvPr>
            <p:ph type="title" hasCustomPrompt="1"/>
          </p:nvPr>
        </p:nvSpPr>
        <p:spPr>
          <a:xfrm>
            <a:off x="831850" y="2413777"/>
            <a:ext cx="4308186" cy="2148698"/>
          </a:xfrm>
        </p:spPr>
        <p:txBody>
          <a:bodyPr anchor="t">
            <a:normAutofit/>
          </a:bodyPr>
          <a:lstStyle>
            <a:lvl1pPr algn="l">
              <a:defRPr sz="3200" b="1" spc="-100" baseline="0">
                <a:solidFill>
                  <a:schemeClr val="accent1"/>
                </a:solidFill>
              </a:defRPr>
            </a:lvl1pPr>
          </a:lstStyle>
          <a:p>
            <a:r>
              <a:rPr lang="en-US"/>
              <a:t>Insert slide content. Use dark blue font to emphasize select text.</a:t>
            </a:r>
          </a:p>
        </p:txBody>
      </p:sp>
      <p:sp>
        <p:nvSpPr>
          <p:cNvPr id="4" name="Date Placeholder 3">
            <a:extLst>
              <a:ext uri="{FF2B5EF4-FFF2-40B4-BE49-F238E27FC236}">
                <a16:creationId xmlns:a16="http://schemas.microsoft.com/office/drawing/2014/main" id="{01215765-F3EA-AB43-B879-3A2AFEFE54ED}"/>
              </a:ext>
            </a:extLst>
          </p:cNvPr>
          <p:cNvSpPr>
            <a:spLocks noGrp="1"/>
          </p:cNvSpPr>
          <p:nvPr>
            <p:ph type="dt" sz="half" idx="10"/>
          </p:nvPr>
        </p:nvSpPr>
        <p:spPr/>
        <p:txBody>
          <a:bodyPr/>
          <a:lstStyle/>
          <a:p>
            <a:fld id="{A92898E8-C518-5C4D-A8FC-5B0004A2148E}" type="datetime1">
              <a:rPr lang="en-US" smtClean="0"/>
              <a:t>5/9/2024</a:t>
            </a:fld>
            <a:endParaRPr lang="en-US"/>
          </a:p>
        </p:txBody>
      </p:sp>
      <p:sp>
        <p:nvSpPr>
          <p:cNvPr id="5" name="Footer Placeholder 4">
            <a:extLst>
              <a:ext uri="{FF2B5EF4-FFF2-40B4-BE49-F238E27FC236}">
                <a16:creationId xmlns:a16="http://schemas.microsoft.com/office/drawing/2014/main" id="{FCCFB6B9-7DF9-6C41-9EBD-AAE0CDF1C752}"/>
              </a:ext>
            </a:extLst>
          </p:cNvPr>
          <p:cNvSpPr>
            <a:spLocks noGrp="1"/>
          </p:cNvSpPr>
          <p:nvPr>
            <p:ph type="ftr" sz="quarter" idx="11"/>
          </p:nvPr>
        </p:nvSpPr>
        <p:spPr/>
        <p:txBody>
          <a:bodyPr/>
          <a:lstStyle/>
          <a:p>
            <a:r>
              <a:rPr lang="en-US"/>
              <a:t>© Kno2. All rights reserved.</a:t>
            </a:r>
          </a:p>
        </p:txBody>
      </p:sp>
      <p:sp>
        <p:nvSpPr>
          <p:cNvPr id="6" name="Slide Number Placeholder 5">
            <a:extLst>
              <a:ext uri="{FF2B5EF4-FFF2-40B4-BE49-F238E27FC236}">
                <a16:creationId xmlns:a16="http://schemas.microsoft.com/office/drawing/2014/main" id="{8D590999-73B3-0B46-BA0E-0B2B93124347}"/>
              </a:ext>
            </a:extLst>
          </p:cNvPr>
          <p:cNvSpPr>
            <a:spLocks noGrp="1"/>
          </p:cNvSpPr>
          <p:nvPr>
            <p:ph type="sldNum" sz="quarter" idx="12"/>
          </p:nvPr>
        </p:nvSpPr>
        <p:spPr/>
        <p:txBody>
          <a:bodyPr/>
          <a:lstStyle/>
          <a:p>
            <a:fld id="{1B9B3185-E874-A849-A012-27E7860D5320}" type="slidenum">
              <a:rPr lang="en-US" smtClean="0"/>
              <a:t>‹#›</a:t>
            </a:fld>
            <a:endParaRPr lang="en-US"/>
          </a:p>
        </p:txBody>
      </p:sp>
      <p:pic>
        <p:nvPicPr>
          <p:cNvPr id="9" name="Graphic 8">
            <a:extLst>
              <a:ext uri="{FF2B5EF4-FFF2-40B4-BE49-F238E27FC236}">
                <a16:creationId xmlns:a16="http://schemas.microsoft.com/office/drawing/2014/main" id="{B65858A0-2300-FB22-7637-04FDDD9F9732}"/>
              </a:ext>
            </a:extLst>
          </p:cNvPr>
          <p:cNvPicPr>
            <a:picLocks noChangeAspect="1"/>
          </p:cNvPicPr>
          <p:nvPr userDrawn="1"/>
        </p:nvPicPr>
        <p:blipFill rotWithShape="1">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l="63462"/>
          <a:stretch/>
        </p:blipFill>
        <p:spPr>
          <a:xfrm>
            <a:off x="-1" y="1845282"/>
            <a:ext cx="818787" cy="2210240"/>
          </a:xfrm>
          <a:prstGeom prst="rect">
            <a:avLst/>
          </a:prstGeom>
        </p:spPr>
      </p:pic>
      <p:sp>
        <p:nvSpPr>
          <p:cNvPr id="11" name="Text Placeholder 17">
            <a:extLst>
              <a:ext uri="{FF2B5EF4-FFF2-40B4-BE49-F238E27FC236}">
                <a16:creationId xmlns:a16="http://schemas.microsoft.com/office/drawing/2014/main" id="{2069AA36-1F8B-590C-49D3-773E5FA4AB25}"/>
              </a:ext>
            </a:extLst>
          </p:cNvPr>
          <p:cNvSpPr>
            <a:spLocks noGrp="1"/>
          </p:cNvSpPr>
          <p:nvPr>
            <p:ph type="body" sz="quarter" idx="13" hasCustomPrompt="1"/>
          </p:nvPr>
        </p:nvSpPr>
        <p:spPr>
          <a:xfrm>
            <a:off x="904279" y="2061211"/>
            <a:ext cx="4248821" cy="352566"/>
          </a:xfrm>
        </p:spPr>
        <p:txBody>
          <a:bodyPr>
            <a:normAutofit/>
          </a:bodyPr>
          <a:lstStyle>
            <a:lvl1pPr marL="0" indent="0" algn="l">
              <a:buNone/>
              <a:defRPr sz="1000" spc="300">
                <a:solidFill>
                  <a:schemeClr val="tx2"/>
                </a:solidFill>
              </a:defRPr>
            </a:lvl1pPr>
            <a:lvl2pPr>
              <a:defRPr sz="1200"/>
            </a:lvl2pPr>
            <a:lvl3pPr>
              <a:defRPr sz="1200"/>
            </a:lvl3pPr>
            <a:lvl4pPr>
              <a:defRPr sz="1200"/>
            </a:lvl4pPr>
            <a:lvl5pPr>
              <a:defRPr sz="1200"/>
            </a:lvl5pPr>
          </a:lstStyle>
          <a:p>
            <a:pPr lvl="0"/>
            <a:r>
              <a:rPr lang="en-US"/>
              <a:t>EDIT TEXT</a:t>
            </a:r>
          </a:p>
        </p:txBody>
      </p:sp>
      <p:pic>
        <p:nvPicPr>
          <p:cNvPr id="12" name="Picture 8">
            <a:extLst>
              <a:ext uri="{FF2B5EF4-FFF2-40B4-BE49-F238E27FC236}">
                <a16:creationId xmlns:a16="http://schemas.microsoft.com/office/drawing/2014/main" id="{8F55A6A6-1150-78D1-7ED5-F9DF6AED79AD}"/>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39905" y="6356271"/>
            <a:ext cx="930485" cy="324260"/>
          </a:xfrm>
          <a:prstGeom prst="rect">
            <a:avLst/>
          </a:prstGeom>
        </p:spPr>
      </p:pic>
    </p:spTree>
    <p:extLst>
      <p:ext uri="{BB962C8B-B14F-4D97-AF65-F5344CB8AC3E}">
        <p14:creationId xmlns:p14="http://schemas.microsoft.com/office/powerpoint/2010/main" val="12091068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Image Shap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9B2F2C-D567-1310-C3EF-89A4A5B94CD2}"/>
              </a:ext>
            </a:extLst>
          </p:cNvPr>
          <p:cNvSpPr/>
          <p:nvPr userDrawn="1"/>
        </p:nvSpPr>
        <p:spPr>
          <a:xfrm>
            <a:off x="-1" y="5541818"/>
            <a:ext cx="12192001" cy="13292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BF8F14-0A3F-1B4C-8EEB-D4CBDCCE9C4E}"/>
              </a:ext>
            </a:extLst>
          </p:cNvPr>
          <p:cNvSpPr>
            <a:spLocks noGrp="1"/>
          </p:cNvSpPr>
          <p:nvPr>
            <p:ph type="title" hasCustomPrompt="1"/>
          </p:nvPr>
        </p:nvSpPr>
        <p:spPr>
          <a:xfrm>
            <a:off x="831850" y="2413777"/>
            <a:ext cx="4787932" cy="2148698"/>
          </a:xfrm>
        </p:spPr>
        <p:txBody>
          <a:bodyPr anchor="t">
            <a:normAutofit/>
          </a:bodyPr>
          <a:lstStyle>
            <a:lvl1pPr algn="l">
              <a:defRPr sz="3200" b="1" spc="-100" baseline="0">
                <a:solidFill>
                  <a:schemeClr val="accent1"/>
                </a:solidFill>
              </a:defRPr>
            </a:lvl1pPr>
          </a:lstStyle>
          <a:p>
            <a:r>
              <a:rPr lang="en-US">
                <a:solidFill>
                  <a:srgbClr val="0098E2"/>
                </a:solidFill>
              </a:rPr>
              <a:t>Custom K image shape. </a:t>
            </a:r>
            <a:r>
              <a:rPr lang="en-US">
                <a:solidFill>
                  <a:schemeClr val="tx2"/>
                </a:solidFill>
              </a:rPr>
              <a:t>Right click image, choose Change Picture</a:t>
            </a:r>
            <a:endParaRPr lang="en-US"/>
          </a:p>
        </p:txBody>
      </p:sp>
      <p:sp>
        <p:nvSpPr>
          <p:cNvPr id="4" name="Date Placeholder 3">
            <a:extLst>
              <a:ext uri="{FF2B5EF4-FFF2-40B4-BE49-F238E27FC236}">
                <a16:creationId xmlns:a16="http://schemas.microsoft.com/office/drawing/2014/main" id="{01215765-F3EA-AB43-B879-3A2AFEFE54ED}"/>
              </a:ext>
            </a:extLst>
          </p:cNvPr>
          <p:cNvSpPr>
            <a:spLocks noGrp="1"/>
          </p:cNvSpPr>
          <p:nvPr>
            <p:ph type="dt" sz="half" idx="10"/>
          </p:nvPr>
        </p:nvSpPr>
        <p:spPr/>
        <p:txBody>
          <a:bodyPr/>
          <a:lstStyle/>
          <a:p>
            <a:fld id="{72B4E04B-536E-A24B-80F4-41205808C47E}" type="datetime1">
              <a:rPr lang="en-US" smtClean="0"/>
              <a:t>5/9/2024</a:t>
            </a:fld>
            <a:endParaRPr lang="en-US"/>
          </a:p>
        </p:txBody>
      </p:sp>
      <p:sp>
        <p:nvSpPr>
          <p:cNvPr id="5" name="Footer Placeholder 4">
            <a:extLst>
              <a:ext uri="{FF2B5EF4-FFF2-40B4-BE49-F238E27FC236}">
                <a16:creationId xmlns:a16="http://schemas.microsoft.com/office/drawing/2014/main" id="{FCCFB6B9-7DF9-6C41-9EBD-AAE0CDF1C752}"/>
              </a:ext>
            </a:extLst>
          </p:cNvPr>
          <p:cNvSpPr>
            <a:spLocks noGrp="1"/>
          </p:cNvSpPr>
          <p:nvPr>
            <p:ph type="ftr" sz="quarter" idx="11"/>
          </p:nvPr>
        </p:nvSpPr>
        <p:spPr/>
        <p:txBody>
          <a:bodyPr/>
          <a:lstStyle/>
          <a:p>
            <a:r>
              <a:rPr lang="en-US"/>
              <a:t>© Kno2. All rights reserved.</a:t>
            </a:r>
          </a:p>
        </p:txBody>
      </p:sp>
      <p:sp>
        <p:nvSpPr>
          <p:cNvPr id="6" name="Slide Number Placeholder 5">
            <a:extLst>
              <a:ext uri="{FF2B5EF4-FFF2-40B4-BE49-F238E27FC236}">
                <a16:creationId xmlns:a16="http://schemas.microsoft.com/office/drawing/2014/main" id="{8D590999-73B3-0B46-BA0E-0B2B93124347}"/>
              </a:ext>
            </a:extLst>
          </p:cNvPr>
          <p:cNvSpPr>
            <a:spLocks noGrp="1"/>
          </p:cNvSpPr>
          <p:nvPr>
            <p:ph type="sldNum" sz="quarter" idx="12"/>
          </p:nvPr>
        </p:nvSpPr>
        <p:spPr/>
        <p:txBody>
          <a:bodyPr/>
          <a:lstStyle/>
          <a:p>
            <a:fld id="{1B9B3185-E874-A849-A012-27E7860D5320}" type="slidenum">
              <a:rPr lang="en-US" smtClean="0"/>
              <a:t>‹#›</a:t>
            </a:fld>
            <a:endParaRPr lang="en-US"/>
          </a:p>
        </p:txBody>
      </p:sp>
      <p:pic>
        <p:nvPicPr>
          <p:cNvPr id="9" name="Graphic 8">
            <a:extLst>
              <a:ext uri="{FF2B5EF4-FFF2-40B4-BE49-F238E27FC236}">
                <a16:creationId xmlns:a16="http://schemas.microsoft.com/office/drawing/2014/main" id="{B65858A0-2300-FB22-7637-04FDDD9F9732}"/>
              </a:ext>
            </a:extLst>
          </p:cNvPr>
          <p:cNvPicPr>
            <a:picLocks noChangeAspect="1"/>
          </p:cNvPicPr>
          <p:nvPr userDrawn="1"/>
        </p:nvPicPr>
        <p:blipFill rotWithShape="1">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l="63462"/>
          <a:stretch/>
        </p:blipFill>
        <p:spPr>
          <a:xfrm>
            <a:off x="-1" y="1845282"/>
            <a:ext cx="818787" cy="2210240"/>
          </a:xfrm>
          <a:prstGeom prst="rect">
            <a:avLst/>
          </a:prstGeom>
        </p:spPr>
      </p:pic>
      <p:sp>
        <p:nvSpPr>
          <p:cNvPr id="11" name="Text Placeholder 17">
            <a:extLst>
              <a:ext uri="{FF2B5EF4-FFF2-40B4-BE49-F238E27FC236}">
                <a16:creationId xmlns:a16="http://schemas.microsoft.com/office/drawing/2014/main" id="{2069AA36-1F8B-590C-49D3-773E5FA4AB25}"/>
              </a:ext>
            </a:extLst>
          </p:cNvPr>
          <p:cNvSpPr>
            <a:spLocks noGrp="1"/>
          </p:cNvSpPr>
          <p:nvPr>
            <p:ph type="body" sz="quarter" idx="13" hasCustomPrompt="1"/>
          </p:nvPr>
        </p:nvSpPr>
        <p:spPr>
          <a:xfrm>
            <a:off x="904279" y="2061211"/>
            <a:ext cx="4248821" cy="352566"/>
          </a:xfrm>
        </p:spPr>
        <p:txBody>
          <a:bodyPr>
            <a:normAutofit/>
          </a:bodyPr>
          <a:lstStyle>
            <a:lvl1pPr marL="0" indent="0" algn="l">
              <a:buNone/>
              <a:defRPr sz="1000" spc="300">
                <a:solidFill>
                  <a:schemeClr val="tx2"/>
                </a:solidFill>
              </a:defRPr>
            </a:lvl1pPr>
            <a:lvl2pPr>
              <a:defRPr sz="1200"/>
            </a:lvl2pPr>
            <a:lvl3pPr>
              <a:defRPr sz="1200"/>
            </a:lvl3pPr>
            <a:lvl4pPr>
              <a:defRPr sz="1200"/>
            </a:lvl4pPr>
            <a:lvl5pPr>
              <a:defRPr sz="1200"/>
            </a:lvl5pPr>
          </a:lstStyle>
          <a:p>
            <a:pPr lvl="0"/>
            <a:r>
              <a:rPr lang="en-US"/>
              <a:t>EDIT TEXT</a:t>
            </a:r>
          </a:p>
        </p:txBody>
      </p:sp>
      <p:pic>
        <p:nvPicPr>
          <p:cNvPr id="12" name="Picture 8">
            <a:extLst>
              <a:ext uri="{FF2B5EF4-FFF2-40B4-BE49-F238E27FC236}">
                <a16:creationId xmlns:a16="http://schemas.microsoft.com/office/drawing/2014/main" id="{8F55A6A6-1150-78D1-7ED5-F9DF6AED79AD}"/>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39905" y="6356271"/>
            <a:ext cx="930485" cy="324260"/>
          </a:xfrm>
          <a:prstGeom prst="rect">
            <a:avLst/>
          </a:prstGeom>
        </p:spPr>
      </p:pic>
      <p:sp>
        <p:nvSpPr>
          <p:cNvPr id="22" name="Picture Placeholder 21">
            <a:extLst>
              <a:ext uri="{FF2B5EF4-FFF2-40B4-BE49-F238E27FC236}">
                <a16:creationId xmlns:a16="http://schemas.microsoft.com/office/drawing/2014/main" id="{388BEE9D-A5B1-0C22-D4AB-3ABFF80B556E}"/>
              </a:ext>
            </a:extLst>
          </p:cNvPr>
          <p:cNvSpPr>
            <a:spLocks noGrp="1"/>
          </p:cNvSpPr>
          <p:nvPr>
            <p:ph type="pic" sz="quarter" idx="14" hasCustomPrompt="1"/>
          </p:nvPr>
        </p:nvSpPr>
        <p:spPr>
          <a:xfrm>
            <a:off x="6572218" y="724832"/>
            <a:ext cx="4787932" cy="5168496"/>
          </a:xfrm>
          <a:custGeom>
            <a:avLst/>
            <a:gdLst>
              <a:gd name="connsiteX0" fmla="*/ 434095 w 4787932"/>
              <a:gd name="connsiteY0" fmla="*/ 0 h 5168496"/>
              <a:gd name="connsiteX1" fmla="*/ 4532033 w 4787932"/>
              <a:gd name="connsiteY1" fmla="*/ 0 h 5168496"/>
              <a:gd name="connsiteX2" fmla="*/ 4787932 w 4787932"/>
              <a:gd name="connsiteY2" fmla="*/ 256869 h 5168496"/>
              <a:gd name="connsiteX3" fmla="*/ 4715272 w 4787932"/>
              <a:gd name="connsiteY3" fmla="*/ 436114 h 5168496"/>
              <a:gd name="connsiteX4" fmla="*/ 4713591 w 4787932"/>
              <a:gd name="connsiteY4" fmla="*/ 437239 h 5168496"/>
              <a:gd name="connsiteX5" fmla="*/ 2577859 w 4787932"/>
              <a:gd name="connsiteY5" fmla="*/ 2580873 h 5168496"/>
              <a:gd name="connsiteX6" fmla="*/ 4711349 w 4787932"/>
              <a:gd name="connsiteY6" fmla="*/ 4729195 h 5168496"/>
              <a:gd name="connsiteX7" fmla="*/ 4711909 w 4787932"/>
              <a:gd name="connsiteY7" fmla="*/ 4730695 h 5168496"/>
              <a:gd name="connsiteX8" fmla="*/ 4786811 w 4787932"/>
              <a:gd name="connsiteY8" fmla="*/ 4912190 h 5168496"/>
              <a:gd name="connsiteX9" fmla="*/ 4530912 w 4787932"/>
              <a:gd name="connsiteY9" fmla="*/ 5168309 h 5168496"/>
              <a:gd name="connsiteX10" fmla="*/ 4524561 w 4787932"/>
              <a:gd name="connsiteY10" fmla="*/ 5168496 h 5168496"/>
              <a:gd name="connsiteX11" fmla="*/ 434095 w 4787932"/>
              <a:gd name="connsiteY11" fmla="*/ 5168496 h 5168496"/>
              <a:gd name="connsiteX12" fmla="*/ 0 w 4787932"/>
              <a:gd name="connsiteY12" fmla="*/ 4732757 h 5168496"/>
              <a:gd name="connsiteX13" fmla="*/ 0 w 4787932"/>
              <a:gd name="connsiteY13" fmla="*/ 435739 h 5168496"/>
              <a:gd name="connsiteX14" fmla="*/ 434095 w 4787932"/>
              <a:gd name="connsiteY14" fmla="*/ 0 h 516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87932" h="5168496">
                <a:moveTo>
                  <a:pt x="434095" y="0"/>
                </a:moveTo>
                <a:lnTo>
                  <a:pt x="4532033" y="0"/>
                </a:lnTo>
                <a:cubicBezTo>
                  <a:pt x="4673245" y="0"/>
                  <a:pt x="4787932" y="114935"/>
                  <a:pt x="4787932" y="256869"/>
                </a:cubicBezTo>
                <a:cubicBezTo>
                  <a:pt x="4787932" y="326617"/>
                  <a:pt x="4760288" y="389803"/>
                  <a:pt x="4715272" y="436114"/>
                </a:cubicBezTo>
                <a:lnTo>
                  <a:pt x="4713591" y="437239"/>
                </a:lnTo>
                <a:lnTo>
                  <a:pt x="2577859" y="2580873"/>
                </a:lnTo>
                <a:lnTo>
                  <a:pt x="4711349" y="4729195"/>
                </a:lnTo>
                <a:lnTo>
                  <a:pt x="4711909" y="4730695"/>
                </a:lnTo>
                <a:cubicBezTo>
                  <a:pt x="4758233" y="4777194"/>
                  <a:pt x="4786811" y="4841317"/>
                  <a:pt x="4786811" y="4912190"/>
                </a:cubicBezTo>
                <a:cubicBezTo>
                  <a:pt x="4786811" y="5053937"/>
                  <a:pt x="4672311" y="5168309"/>
                  <a:pt x="4530912" y="5168309"/>
                </a:cubicBezTo>
                <a:lnTo>
                  <a:pt x="4524561" y="5168496"/>
                </a:lnTo>
                <a:lnTo>
                  <a:pt x="434095" y="5168496"/>
                </a:lnTo>
                <a:cubicBezTo>
                  <a:pt x="195380" y="5168496"/>
                  <a:pt x="0" y="4972377"/>
                  <a:pt x="0" y="4732757"/>
                </a:cubicBezTo>
                <a:lnTo>
                  <a:pt x="0" y="435739"/>
                </a:lnTo>
                <a:cubicBezTo>
                  <a:pt x="0" y="196120"/>
                  <a:pt x="195380" y="0"/>
                  <a:pt x="434095" y="0"/>
                </a:cubicBezTo>
                <a:close/>
              </a:path>
            </a:pathLst>
          </a:custGeom>
          <a:solidFill>
            <a:schemeClr val="accent1"/>
          </a:solidFill>
        </p:spPr>
        <p:txBody>
          <a:bodyPr wrap="square" lIns="640080" tIns="548640" anchor="t">
            <a:noAutofit/>
          </a:bodyPr>
          <a:lstStyle>
            <a:lvl1pPr marL="0" indent="0">
              <a:buNone/>
              <a:defRPr sz="2000"/>
            </a:lvl1pPr>
          </a:lstStyle>
          <a:p>
            <a:r>
              <a:rPr lang="en-US"/>
              <a:t>Custom picture shape</a:t>
            </a:r>
          </a:p>
        </p:txBody>
      </p:sp>
    </p:spTree>
    <p:extLst>
      <p:ext uri="{BB962C8B-B14F-4D97-AF65-F5344CB8AC3E}">
        <p14:creationId xmlns:p14="http://schemas.microsoft.com/office/powerpoint/2010/main" val="11379302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D25A0F-B32B-5743-B9E7-57BC9B2F5E8A}"/>
              </a:ext>
            </a:extLst>
          </p:cNvPr>
          <p:cNvSpPr>
            <a:spLocks noGrp="1"/>
          </p:cNvSpPr>
          <p:nvPr>
            <p:ph type="dt" sz="half" idx="10"/>
          </p:nvPr>
        </p:nvSpPr>
        <p:spPr/>
        <p:txBody>
          <a:bodyPr/>
          <a:lstStyle/>
          <a:p>
            <a:fld id="{951D9D89-6B92-D343-B414-9D02810BCCFE}" type="datetime1">
              <a:rPr lang="en-US" smtClean="0"/>
              <a:t>5/9/2024</a:t>
            </a:fld>
            <a:endParaRPr lang="en-US"/>
          </a:p>
        </p:txBody>
      </p:sp>
      <p:sp>
        <p:nvSpPr>
          <p:cNvPr id="3" name="Footer Placeholder 2">
            <a:extLst>
              <a:ext uri="{FF2B5EF4-FFF2-40B4-BE49-F238E27FC236}">
                <a16:creationId xmlns:a16="http://schemas.microsoft.com/office/drawing/2014/main" id="{A57C5ED4-DB22-5F4E-9614-03E36E830F00}"/>
              </a:ext>
            </a:extLst>
          </p:cNvPr>
          <p:cNvSpPr>
            <a:spLocks noGrp="1"/>
          </p:cNvSpPr>
          <p:nvPr>
            <p:ph type="ftr" sz="quarter" idx="11"/>
          </p:nvPr>
        </p:nvSpPr>
        <p:spPr/>
        <p:txBody>
          <a:bodyPr/>
          <a:lstStyle/>
          <a:p>
            <a:r>
              <a:rPr lang="en-US"/>
              <a:t>© Kno2. All rights reserved.</a:t>
            </a:r>
          </a:p>
        </p:txBody>
      </p:sp>
      <p:sp>
        <p:nvSpPr>
          <p:cNvPr id="4" name="Slide Number Placeholder 3">
            <a:extLst>
              <a:ext uri="{FF2B5EF4-FFF2-40B4-BE49-F238E27FC236}">
                <a16:creationId xmlns:a16="http://schemas.microsoft.com/office/drawing/2014/main" id="{94C5FFC1-AA84-5A41-A086-8E5EA33655FB}"/>
              </a:ext>
            </a:extLst>
          </p:cNvPr>
          <p:cNvSpPr>
            <a:spLocks noGrp="1"/>
          </p:cNvSpPr>
          <p:nvPr>
            <p:ph type="sldNum" sz="quarter" idx="12"/>
          </p:nvPr>
        </p:nvSpPr>
        <p:spPr/>
        <p:txBody>
          <a:bodyPr/>
          <a:lstStyle/>
          <a:p>
            <a:fld id="{1B9B3185-E874-A849-A012-27E7860D5320}" type="slidenum">
              <a:rPr lang="en-US" smtClean="0"/>
              <a:t>‹#›</a:t>
            </a:fld>
            <a:endParaRPr lang="en-US"/>
          </a:p>
        </p:txBody>
      </p:sp>
    </p:spTree>
    <p:extLst>
      <p:ext uri="{BB962C8B-B14F-4D97-AF65-F5344CB8AC3E}">
        <p14:creationId xmlns:p14="http://schemas.microsoft.com/office/powerpoint/2010/main" val="3339064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EA98B5-A96E-7C4C-B783-F2B4BA2349CA}"/>
              </a:ext>
            </a:extLst>
          </p:cNvPr>
          <p:cNvSpPr>
            <a:spLocks noGrp="1"/>
          </p:cNvSpPr>
          <p:nvPr>
            <p:ph type="title"/>
          </p:nvPr>
        </p:nvSpPr>
        <p:spPr>
          <a:xfrm>
            <a:off x="838200" y="405503"/>
            <a:ext cx="10410372" cy="973591"/>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9F1BBED0-D5C7-1A4F-842B-59E3D0FEC160}"/>
              </a:ext>
            </a:extLst>
          </p:cNvPr>
          <p:cNvSpPr>
            <a:spLocks noGrp="1"/>
          </p:cNvSpPr>
          <p:nvPr>
            <p:ph type="body" idx="1"/>
          </p:nvPr>
        </p:nvSpPr>
        <p:spPr>
          <a:xfrm>
            <a:off x="838200" y="149725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0F05BC-E124-3843-BF23-8F0E44370BF4}"/>
              </a:ext>
            </a:extLst>
          </p:cNvPr>
          <p:cNvSpPr>
            <a:spLocks noGrp="1"/>
          </p:cNvSpPr>
          <p:nvPr>
            <p:ph type="dt" sz="half" idx="2"/>
          </p:nvPr>
        </p:nvSpPr>
        <p:spPr>
          <a:xfrm>
            <a:off x="1812561" y="6505975"/>
            <a:ext cx="2743200" cy="365125"/>
          </a:xfrm>
          <a:prstGeom prst="rect">
            <a:avLst/>
          </a:prstGeom>
        </p:spPr>
        <p:txBody>
          <a:bodyPr vert="horz" lIns="91440" tIns="45720" rIns="91440" bIns="45720" rtlCol="0" anchor="ctr"/>
          <a:lstStyle>
            <a:lvl1pPr algn="l">
              <a:defRPr sz="1200">
                <a:solidFill>
                  <a:schemeClr val="bg1">
                    <a:lumMod val="75000"/>
                  </a:schemeClr>
                </a:solidFill>
              </a:defRPr>
            </a:lvl1pPr>
          </a:lstStyle>
          <a:p>
            <a:fld id="{826171C2-1F74-D940-853F-3D6535E69612}" type="datetime1">
              <a:rPr lang="en-US" smtClean="0"/>
              <a:t>5/9/2024</a:t>
            </a:fld>
            <a:endParaRPr lang="en-US"/>
          </a:p>
        </p:txBody>
      </p:sp>
      <p:sp>
        <p:nvSpPr>
          <p:cNvPr id="5" name="Footer Placeholder 4">
            <a:extLst>
              <a:ext uri="{FF2B5EF4-FFF2-40B4-BE49-F238E27FC236}">
                <a16:creationId xmlns:a16="http://schemas.microsoft.com/office/drawing/2014/main" id="{00E9302B-77D8-2349-BB9D-9B9E3D916163}"/>
              </a:ext>
            </a:extLst>
          </p:cNvPr>
          <p:cNvSpPr>
            <a:spLocks noGrp="1"/>
          </p:cNvSpPr>
          <p:nvPr>
            <p:ph type="ftr" sz="quarter" idx="3"/>
          </p:nvPr>
        </p:nvSpPr>
        <p:spPr>
          <a:xfrm>
            <a:off x="7323083" y="6505975"/>
            <a:ext cx="4114800" cy="365125"/>
          </a:xfrm>
          <a:prstGeom prst="rect">
            <a:avLst/>
          </a:prstGeom>
        </p:spPr>
        <p:txBody>
          <a:bodyPr vert="horz" lIns="91440" tIns="45720" rIns="91440" bIns="45720" rtlCol="0" anchor="ctr"/>
          <a:lstStyle>
            <a:lvl1pPr algn="r">
              <a:defRPr sz="800">
                <a:solidFill>
                  <a:schemeClr val="tx1">
                    <a:alpha val="50000"/>
                  </a:schemeClr>
                </a:solidFill>
              </a:defRPr>
            </a:lvl1pPr>
          </a:lstStyle>
          <a:p>
            <a:r>
              <a:rPr lang="en-US"/>
              <a:t>© Kno2. All rights reserved.</a:t>
            </a:r>
          </a:p>
        </p:txBody>
      </p:sp>
      <p:sp>
        <p:nvSpPr>
          <p:cNvPr id="6" name="Slide Number Placeholder 5">
            <a:extLst>
              <a:ext uri="{FF2B5EF4-FFF2-40B4-BE49-F238E27FC236}">
                <a16:creationId xmlns:a16="http://schemas.microsoft.com/office/drawing/2014/main" id="{5C78870B-8C70-1545-B763-D4800AFDB03C}"/>
              </a:ext>
            </a:extLst>
          </p:cNvPr>
          <p:cNvSpPr>
            <a:spLocks noGrp="1"/>
          </p:cNvSpPr>
          <p:nvPr>
            <p:ph type="sldNum" sz="quarter" idx="4"/>
          </p:nvPr>
        </p:nvSpPr>
        <p:spPr>
          <a:xfrm>
            <a:off x="11554691" y="6505975"/>
            <a:ext cx="458675" cy="365125"/>
          </a:xfrm>
          <a:prstGeom prst="rect">
            <a:avLst/>
          </a:prstGeom>
        </p:spPr>
        <p:txBody>
          <a:bodyPr vert="horz" lIns="91440" tIns="45720" rIns="91440" bIns="45720" rtlCol="0" anchor="ctr"/>
          <a:lstStyle>
            <a:lvl1pPr algn="r">
              <a:defRPr sz="1200">
                <a:solidFill>
                  <a:schemeClr val="bg1">
                    <a:lumMod val="75000"/>
                  </a:schemeClr>
                </a:solidFill>
              </a:defRPr>
            </a:lvl1pPr>
          </a:lstStyle>
          <a:p>
            <a:fld id="{1B9B3185-E874-A849-A012-27E7860D5320}" type="slidenum">
              <a:rPr lang="en-US" smtClean="0"/>
              <a:pPr/>
              <a:t>‹#›</a:t>
            </a:fld>
            <a:endParaRPr lang="en-US"/>
          </a:p>
        </p:txBody>
      </p:sp>
    </p:spTree>
    <p:extLst>
      <p:ext uri="{BB962C8B-B14F-4D97-AF65-F5344CB8AC3E}">
        <p14:creationId xmlns:p14="http://schemas.microsoft.com/office/powerpoint/2010/main" val="3221534053"/>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50" r:id="rId3"/>
    <p:sldLayoutId id="2147483668" r:id="rId4"/>
    <p:sldLayoutId id="2147483672" r:id="rId5"/>
    <p:sldLayoutId id="2147483669" r:id="rId6"/>
    <p:sldLayoutId id="2147483670" r:id="rId7"/>
    <p:sldLayoutId id="2147483666" r:id="rId8"/>
    <p:sldLayoutId id="2147483674" r:id="rId9"/>
    <p:sldLayoutId id="2147483660" r:id="rId10"/>
    <p:sldLayoutId id="2147483662" r:id="rId11"/>
    <p:sldLayoutId id="2147483663" r:id="rId12"/>
    <p:sldLayoutId id="2147483667" r:id="rId13"/>
    <p:sldLayoutId id="2147483651" r:id="rId14"/>
    <p:sldLayoutId id="2147483673" r:id="rId15"/>
    <p:sldLayoutId id="2147483665" r:id="rId16"/>
    <p:sldLayoutId id="2147483671" r:id="rId17"/>
    <p:sldLayoutId id="2147483655" r:id="rId18"/>
  </p:sldLayoutIdLst>
  <p:hf hdr="0" dt="0"/>
  <p:txStyles>
    <p:titleStyle>
      <a:lvl1pPr algn="l" defTabSz="914400" rtl="0" eaLnBrk="1" latinLnBrk="0" hangingPunct="1">
        <a:lnSpc>
          <a:spcPct val="90000"/>
        </a:lnSpc>
        <a:spcBef>
          <a:spcPct val="0"/>
        </a:spcBef>
        <a:buNone/>
        <a:defRPr sz="3200" kern="1200">
          <a:solidFill>
            <a:schemeClr val="tx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Clr>
          <a:srgbClr val="35A0CF"/>
        </a:buClr>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35A0CF"/>
        </a:buClr>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35A0CF"/>
        </a:buClr>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35A0CF"/>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35A0CF"/>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hyperlink" Target="http://www.kno2.com/"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hyperlink" Target="https://ceq-project.s3.amazonaws.com/wp-content/uploads/2018/09/30162842/Implementation-Guide-v1.1-Effective-3-27-18.pdf" TargetMode="External"/><Relationship Id="rId2" Type="http://schemas.openxmlformats.org/officeDocument/2006/relationships/hyperlink" Target="https://carequality.org/"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hyperlink" Target="https://carequality.org/members-and-supporters/"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hyperlink" Target="https://directtrust.org/resources/directtrust-media-kit#media-kit"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hyperlink" Target="https://directtrust.org/blog/news/directtrust-announces-number-of-direct-secure-messages-surpasses-2-billion" TargetMode="Externa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directtrust.org/resources/directtrust-media-kit#media-kit" TargetMode="Externa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3.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hyperlink" Target="https://kno2.com/company/leadership/" TargetMode="External"/><Relationship Id="rId2" Type="http://schemas.openxmlformats.org/officeDocument/2006/relationships/image" Target="../media/image10.emf"/><Relationship Id="rId1" Type="http://schemas.openxmlformats.org/officeDocument/2006/relationships/slideLayout" Target="../slideLayouts/slideLayout13.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hyperlink" Target="https://kno2.com/contac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E1901-A0D2-402A-1D85-B2E3EFA90D89}"/>
              </a:ext>
            </a:extLst>
          </p:cNvPr>
          <p:cNvSpPr>
            <a:spLocks noGrp="1"/>
          </p:cNvSpPr>
          <p:nvPr>
            <p:ph type="ctrTitle"/>
          </p:nvPr>
        </p:nvSpPr>
        <p:spPr/>
        <p:txBody>
          <a:bodyPr>
            <a:normAutofit/>
          </a:bodyPr>
          <a:lstStyle/>
          <a:p>
            <a:r>
              <a:rPr lang="en-US" sz="4800" dirty="0">
                <a:latin typeface="Arial"/>
                <a:cs typeface="Arial"/>
              </a:rPr>
              <a:t>Kno2 Brand Guidelines </a:t>
            </a:r>
            <a:br>
              <a:rPr lang="en-US" sz="4800" dirty="0">
                <a:latin typeface="Arial"/>
                <a:cs typeface="Arial"/>
              </a:rPr>
            </a:br>
            <a:r>
              <a:rPr lang="en-US" sz="4800" dirty="0">
                <a:latin typeface="Arial"/>
                <a:cs typeface="Arial"/>
              </a:rPr>
              <a:t>DO NOT EDIT THIS VERSION</a:t>
            </a:r>
            <a:endParaRPr lang="en-US" sz="4800" dirty="0"/>
          </a:p>
        </p:txBody>
      </p:sp>
      <p:sp>
        <p:nvSpPr>
          <p:cNvPr id="4" name="Footer Placeholder 3">
            <a:extLst>
              <a:ext uri="{FF2B5EF4-FFF2-40B4-BE49-F238E27FC236}">
                <a16:creationId xmlns:a16="http://schemas.microsoft.com/office/drawing/2014/main" id="{ADE9EC58-EA56-6A49-193F-DD58F98EA5C2}"/>
              </a:ext>
            </a:extLst>
          </p:cNvPr>
          <p:cNvSpPr>
            <a:spLocks noGrp="1"/>
          </p:cNvSpPr>
          <p:nvPr>
            <p:ph type="ftr" sz="quarter" idx="11"/>
          </p:nvPr>
        </p:nvSpPr>
        <p:spPr/>
        <p:txBody>
          <a:bodyPr/>
          <a:lstStyle/>
          <a:p>
            <a:r>
              <a:rPr lang="en-US"/>
              <a:t>© Kno2. All rights reserved.</a:t>
            </a:r>
          </a:p>
        </p:txBody>
      </p:sp>
      <p:sp>
        <p:nvSpPr>
          <p:cNvPr id="5" name="Slide Number Placeholder 4">
            <a:extLst>
              <a:ext uri="{FF2B5EF4-FFF2-40B4-BE49-F238E27FC236}">
                <a16:creationId xmlns:a16="http://schemas.microsoft.com/office/drawing/2014/main" id="{69B78CD9-67F2-8E96-4170-7B501C601B0E}"/>
              </a:ext>
            </a:extLst>
          </p:cNvPr>
          <p:cNvSpPr>
            <a:spLocks noGrp="1"/>
          </p:cNvSpPr>
          <p:nvPr>
            <p:ph type="sldNum" sz="quarter" idx="12"/>
          </p:nvPr>
        </p:nvSpPr>
        <p:spPr/>
        <p:txBody>
          <a:bodyPr/>
          <a:lstStyle/>
          <a:p>
            <a:fld id="{1B9B3185-E874-A849-A012-27E7860D5320}" type="slidenum">
              <a:rPr lang="en-US" smtClean="0"/>
              <a:pPr/>
              <a:t>1</a:t>
            </a:fld>
            <a:endParaRPr lang="en-US"/>
          </a:p>
        </p:txBody>
      </p:sp>
      <p:sp>
        <p:nvSpPr>
          <p:cNvPr id="6" name="Subtitle 5">
            <a:extLst>
              <a:ext uri="{FF2B5EF4-FFF2-40B4-BE49-F238E27FC236}">
                <a16:creationId xmlns:a16="http://schemas.microsoft.com/office/drawing/2014/main" id="{2C732BE0-9CC1-4F5E-B1F0-39E1ED3C6357}"/>
              </a:ext>
            </a:extLst>
          </p:cNvPr>
          <p:cNvSpPr>
            <a:spLocks noGrp="1"/>
          </p:cNvSpPr>
          <p:nvPr>
            <p:ph type="subTitle" idx="1"/>
          </p:nvPr>
        </p:nvSpPr>
        <p:spPr>
          <a:xfrm>
            <a:off x="816165" y="4537075"/>
            <a:ext cx="6506973" cy="480131"/>
          </a:xfrm>
          <a:prstGeom prst="rect">
            <a:avLst/>
          </a:prstGeom>
        </p:spPr>
        <p:txBody>
          <a:bodyPr vert="horz" wrap="square" lIns="91440" tIns="45720" rIns="91440" bIns="45720" rtlCol="0" anchor="t">
            <a:spAutoFit/>
          </a:bodyPr>
          <a:lstStyle/>
          <a:p>
            <a:r>
              <a:rPr lang="en-US">
                <a:latin typeface="+mn-lt"/>
                <a:cs typeface="Arial"/>
              </a:rPr>
              <a:t>Updated: June 2023</a:t>
            </a:r>
            <a:endParaRPr lang="en-US" b="0">
              <a:latin typeface="+mn-lt"/>
            </a:endParaRPr>
          </a:p>
        </p:txBody>
      </p:sp>
    </p:spTree>
    <p:extLst>
      <p:ext uri="{BB962C8B-B14F-4D97-AF65-F5344CB8AC3E}">
        <p14:creationId xmlns:p14="http://schemas.microsoft.com/office/powerpoint/2010/main" val="3534842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2D667-3443-491D-E4F8-34A31BD0DB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C1B858-4A78-9663-9C3F-8C040C96D1D2}"/>
              </a:ext>
            </a:extLst>
          </p:cNvPr>
          <p:cNvSpPr>
            <a:spLocks noGrp="1"/>
          </p:cNvSpPr>
          <p:nvPr>
            <p:ph idx="1"/>
          </p:nvPr>
        </p:nvSpPr>
        <p:spPr>
          <a:xfrm>
            <a:off x="838200" y="1773382"/>
            <a:ext cx="10169324" cy="4075211"/>
          </a:xfrm>
        </p:spPr>
        <p:txBody>
          <a:bodyPr>
            <a:normAutofit/>
          </a:bodyPr>
          <a:lstStyle/>
          <a:p>
            <a:r>
              <a:rPr lang="en-US" sz="2000"/>
              <a:t>When Kno2’s Communication API is made available through an integrated experience or application, that technology becomes “Kno2 Connected”.</a:t>
            </a:r>
          </a:p>
          <a:p>
            <a:pPr marL="0" indent="0">
              <a:buNone/>
            </a:pPr>
            <a:endParaRPr lang="en-US" sz="2000"/>
          </a:p>
          <a:p>
            <a:r>
              <a:rPr lang="en-US" sz="2000"/>
              <a:t>The “Kno2 Connected™” phrase is used in all public communications and marketing content, including, but not limited to brochures, videos, social media posts, advertisements, webinars, public communications, etc. </a:t>
            </a:r>
          </a:p>
          <a:p>
            <a:endParaRPr lang="en-US" sz="2000"/>
          </a:p>
          <a:p>
            <a:r>
              <a:rPr lang="en-US" sz="2000"/>
              <a:t>The “Kno2 Connected” phrase may be converted to “connected by Kno2” to fit better into a sentence grammatically.</a:t>
            </a:r>
          </a:p>
          <a:p>
            <a:endParaRPr lang="en-US" sz="2000"/>
          </a:p>
        </p:txBody>
      </p:sp>
      <p:sp>
        <p:nvSpPr>
          <p:cNvPr id="4" name="Footer Placeholder 3">
            <a:extLst>
              <a:ext uri="{FF2B5EF4-FFF2-40B4-BE49-F238E27FC236}">
                <a16:creationId xmlns:a16="http://schemas.microsoft.com/office/drawing/2014/main" id="{BC704FEE-A5CF-B723-9B84-1DCAB416F855}"/>
              </a:ext>
            </a:extLst>
          </p:cNvPr>
          <p:cNvSpPr>
            <a:spLocks noGrp="1"/>
          </p:cNvSpPr>
          <p:nvPr>
            <p:ph type="ftr" sz="quarter" idx="3"/>
          </p:nvPr>
        </p:nvSpPr>
        <p:spPr/>
        <p:txBody>
          <a:bodyPr/>
          <a:lstStyle/>
          <a:p>
            <a:r>
              <a:rPr lang="en-US"/>
              <a:t>© Kno2. All rights reserved.</a:t>
            </a:r>
          </a:p>
        </p:txBody>
      </p:sp>
      <p:sp>
        <p:nvSpPr>
          <p:cNvPr id="5" name="Slide Number Placeholder 4">
            <a:extLst>
              <a:ext uri="{FF2B5EF4-FFF2-40B4-BE49-F238E27FC236}">
                <a16:creationId xmlns:a16="http://schemas.microsoft.com/office/drawing/2014/main" id="{A838E405-34F7-9F67-7248-3668E25BD0A4}"/>
              </a:ext>
            </a:extLst>
          </p:cNvPr>
          <p:cNvSpPr>
            <a:spLocks noGrp="1"/>
          </p:cNvSpPr>
          <p:nvPr>
            <p:ph type="sldNum" sz="quarter" idx="4"/>
          </p:nvPr>
        </p:nvSpPr>
        <p:spPr/>
        <p:txBody>
          <a:bodyPr/>
          <a:lstStyle/>
          <a:p>
            <a:fld id="{1B9B3185-E874-A849-A012-27E7860D5320}" type="slidenum">
              <a:rPr lang="en-US" smtClean="0"/>
              <a:pPr/>
              <a:t>2</a:t>
            </a:fld>
            <a:endParaRPr lang="en-US"/>
          </a:p>
        </p:txBody>
      </p:sp>
    </p:spTree>
    <p:extLst>
      <p:ext uri="{BB962C8B-B14F-4D97-AF65-F5344CB8AC3E}">
        <p14:creationId xmlns:p14="http://schemas.microsoft.com/office/powerpoint/2010/main" val="3874996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6C11684-A0BF-E1BE-6311-D98C07955580}"/>
              </a:ext>
            </a:extLst>
          </p:cNvPr>
          <p:cNvSpPr>
            <a:spLocks noGrp="1"/>
          </p:cNvSpPr>
          <p:nvPr>
            <p:ph type="title"/>
          </p:nvPr>
        </p:nvSpPr>
        <p:spPr/>
        <p:txBody>
          <a:bodyPr/>
          <a:lstStyle/>
          <a:p>
            <a:r>
              <a:rPr lang="en-US"/>
              <a:t>Kno2 Primary Logo</a:t>
            </a:r>
          </a:p>
        </p:txBody>
      </p:sp>
      <p:sp>
        <p:nvSpPr>
          <p:cNvPr id="10" name="Content Placeholder 9">
            <a:extLst>
              <a:ext uri="{FF2B5EF4-FFF2-40B4-BE49-F238E27FC236}">
                <a16:creationId xmlns:a16="http://schemas.microsoft.com/office/drawing/2014/main" id="{1D565C98-A7B6-811F-C5C3-E6E57A010790}"/>
              </a:ext>
            </a:extLst>
          </p:cNvPr>
          <p:cNvSpPr>
            <a:spLocks noGrp="1"/>
          </p:cNvSpPr>
          <p:nvPr>
            <p:ph idx="1"/>
          </p:nvPr>
        </p:nvSpPr>
        <p:spPr>
          <a:xfrm>
            <a:off x="598118" y="1668999"/>
            <a:ext cx="5700782" cy="4732826"/>
          </a:xfrm>
        </p:spPr>
        <p:txBody>
          <a:bodyPr vert="horz" lIns="91440" tIns="45720" rIns="91440" bIns="45720" rtlCol="0" anchor="t">
            <a:normAutofit fontScale="62500" lnSpcReduction="20000"/>
          </a:bodyPr>
          <a:lstStyle/>
          <a:p>
            <a:pPr>
              <a:lnSpc>
                <a:spcPct val="110000"/>
              </a:lnSpc>
              <a:spcBef>
                <a:spcPts val="0"/>
              </a:spcBef>
            </a:pPr>
            <a:endParaRPr lang="en-US" b="1">
              <a:solidFill>
                <a:schemeClr val="accent1"/>
              </a:solidFill>
              <a:latin typeface="Arial"/>
              <a:cs typeface="Arial"/>
            </a:endParaRPr>
          </a:p>
          <a:p>
            <a:pPr>
              <a:lnSpc>
                <a:spcPct val="110000"/>
              </a:lnSpc>
              <a:spcBef>
                <a:spcPts val="0"/>
              </a:spcBef>
            </a:pPr>
            <a:endParaRPr lang="en-US" b="1">
              <a:solidFill>
                <a:schemeClr val="accent1"/>
              </a:solidFill>
              <a:latin typeface="Arial"/>
              <a:cs typeface="Arial"/>
            </a:endParaRPr>
          </a:p>
          <a:p>
            <a:pPr>
              <a:lnSpc>
                <a:spcPct val="110000"/>
              </a:lnSpc>
              <a:spcBef>
                <a:spcPts val="0"/>
              </a:spcBef>
            </a:pPr>
            <a:r>
              <a:rPr lang="en-US" b="1">
                <a:solidFill>
                  <a:schemeClr val="accent1"/>
                </a:solidFill>
                <a:latin typeface="Arial"/>
                <a:cs typeface="Arial"/>
              </a:rPr>
              <a:t>Number of Controls: 242</a:t>
            </a:r>
            <a:endParaRPr lang="en-US" sz="2800" b="1">
              <a:solidFill>
                <a:schemeClr val="accent1"/>
              </a:solidFill>
            </a:endParaRPr>
          </a:p>
          <a:p>
            <a:pPr>
              <a:lnSpc>
                <a:spcPct val="110000"/>
              </a:lnSpc>
              <a:spcBef>
                <a:spcPts val="0"/>
              </a:spcBef>
            </a:pPr>
            <a:r>
              <a:rPr lang="en-US" b="1">
                <a:solidFill>
                  <a:schemeClr val="accent1"/>
                </a:solidFill>
                <a:latin typeface="Arial"/>
                <a:cs typeface="Arial"/>
              </a:rPr>
              <a:t>Reservation Date: </a:t>
            </a:r>
            <a:endParaRPr lang="en-US" sz="2800" b="1">
              <a:solidFill>
                <a:schemeClr val="accent1"/>
              </a:solidFill>
            </a:endParaRPr>
          </a:p>
          <a:p>
            <a:pPr>
              <a:lnSpc>
                <a:spcPct val="110000"/>
              </a:lnSpc>
              <a:spcBef>
                <a:spcPts val="0"/>
              </a:spcBef>
            </a:pPr>
            <a:endParaRPr lang="en-US" b="1">
              <a:solidFill>
                <a:srgbClr val="626362"/>
              </a:solidFill>
            </a:endParaRPr>
          </a:p>
          <a:p>
            <a:pPr>
              <a:lnSpc>
                <a:spcPct val="110000"/>
              </a:lnSpc>
              <a:spcBef>
                <a:spcPts val="0"/>
              </a:spcBef>
            </a:pPr>
            <a:r>
              <a:rPr lang="en-US" sz="2800" b="1">
                <a:solidFill>
                  <a:schemeClr val="accent1"/>
                </a:solidFill>
              </a:rPr>
              <a:t>Logo Clear Space</a:t>
            </a:r>
          </a:p>
          <a:p>
            <a:pPr>
              <a:lnSpc>
                <a:spcPct val="110000"/>
              </a:lnSpc>
              <a:spcBef>
                <a:spcPts val="0"/>
              </a:spcBef>
            </a:pPr>
            <a:r>
              <a:rPr lang="en-US" sz="2800">
                <a:solidFill>
                  <a:schemeClr val="tx1"/>
                </a:solidFill>
              </a:rPr>
              <a:t>The minimum clear space defines a buffer zone for the Kno2 logo to ensure legibility, readability and recognition. No other graphic element is to violate or crown the minimum clear space.</a:t>
            </a:r>
          </a:p>
          <a:p>
            <a:pPr>
              <a:lnSpc>
                <a:spcPct val="110000"/>
              </a:lnSpc>
              <a:spcBef>
                <a:spcPts val="0"/>
              </a:spcBef>
            </a:pPr>
            <a:endParaRPr lang="en-US" sz="2800">
              <a:solidFill>
                <a:schemeClr val="tx1"/>
              </a:solidFill>
            </a:endParaRPr>
          </a:p>
          <a:p>
            <a:pPr>
              <a:lnSpc>
                <a:spcPct val="110000"/>
              </a:lnSpc>
              <a:spcBef>
                <a:spcPts val="0"/>
              </a:spcBef>
            </a:pPr>
            <a:r>
              <a:rPr lang="en-US" sz="2800" b="1">
                <a:solidFill>
                  <a:schemeClr val="accent1"/>
                </a:solidFill>
                <a:latin typeface="Arial"/>
                <a:cs typeface="Arial"/>
              </a:rPr>
              <a:t>Logo minimum size</a:t>
            </a:r>
          </a:p>
          <a:p>
            <a:pPr>
              <a:lnSpc>
                <a:spcPct val="110000"/>
              </a:lnSpc>
              <a:spcBef>
                <a:spcPts val="0"/>
              </a:spcBef>
            </a:pPr>
            <a:r>
              <a:rPr lang="en-US" sz="2800">
                <a:latin typeface="Arial"/>
                <a:cs typeface="Arial"/>
              </a:rPr>
              <a:t>The minimum size specifications ensure that the logo is always legible. Remember to maintain the correct aspect ratio when scaling the logo.</a:t>
            </a:r>
          </a:p>
          <a:p>
            <a:pPr marL="171450" indent="-171450">
              <a:lnSpc>
                <a:spcPct val="110000"/>
              </a:lnSpc>
              <a:spcBef>
                <a:spcPts val="0"/>
              </a:spcBef>
              <a:buFont typeface="Arial" panose="020B0604020202020204" pitchFamily="34" charset="0"/>
              <a:buChar char="•"/>
            </a:pPr>
            <a:r>
              <a:rPr lang="en-US" sz="2800">
                <a:latin typeface="Arial"/>
                <a:cs typeface="Arial"/>
              </a:rPr>
              <a:t>Minimum size (in print) is 1 inch with clear space</a:t>
            </a:r>
          </a:p>
          <a:p>
            <a:pPr marL="171450" indent="-171450">
              <a:lnSpc>
                <a:spcPct val="110000"/>
              </a:lnSpc>
              <a:spcBef>
                <a:spcPts val="0"/>
              </a:spcBef>
              <a:buFont typeface="Arial" panose="020B0604020202020204" pitchFamily="34" charset="0"/>
              <a:buChar char="•"/>
            </a:pPr>
            <a:r>
              <a:rPr lang="en-US" sz="2800">
                <a:latin typeface="Arial"/>
                <a:cs typeface="Arial"/>
              </a:rPr>
              <a:t>Minimum size (on screen) is 120x</a:t>
            </a:r>
          </a:p>
          <a:p>
            <a:pPr marL="0" indent="0">
              <a:buNone/>
            </a:pPr>
            <a:endParaRPr lang="en-US"/>
          </a:p>
        </p:txBody>
      </p:sp>
      <p:sp>
        <p:nvSpPr>
          <p:cNvPr id="3" name="Footer Placeholder 2">
            <a:extLst>
              <a:ext uri="{FF2B5EF4-FFF2-40B4-BE49-F238E27FC236}">
                <a16:creationId xmlns:a16="http://schemas.microsoft.com/office/drawing/2014/main" id="{19483E0D-DF9C-40E0-4FC0-B9AD67F45A6E}"/>
              </a:ext>
            </a:extLst>
          </p:cNvPr>
          <p:cNvSpPr>
            <a:spLocks noGrp="1"/>
          </p:cNvSpPr>
          <p:nvPr>
            <p:ph type="ftr" sz="quarter" idx="3"/>
          </p:nvPr>
        </p:nvSpPr>
        <p:spPr/>
        <p:txBody>
          <a:bodyPr/>
          <a:lstStyle/>
          <a:p>
            <a:r>
              <a:rPr lang="en-US"/>
              <a:t>© Kno2. All rights reserved.</a:t>
            </a:r>
          </a:p>
        </p:txBody>
      </p:sp>
      <p:sp>
        <p:nvSpPr>
          <p:cNvPr id="4" name="Slide Number Placeholder 3">
            <a:extLst>
              <a:ext uri="{FF2B5EF4-FFF2-40B4-BE49-F238E27FC236}">
                <a16:creationId xmlns:a16="http://schemas.microsoft.com/office/drawing/2014/main" id="{4FD0AF67-9459-BB31-E6C6-1BD468E1FC8B}"/>
              </a:ext>
            </a:extLst>
          </p:cNvPr>
          <p:cNvSpPr>
            <a:spLocks noGrp="1"/>
          </p:cNvSpPr>
          <p:nvPr>
            <p:ph type="sldNum" sz="quarter" idx="4"/>
          </p:nvPr>
        </p:nvSpPr>
        <p:spPr/>
        <p:txBody>
          <a:bodyPr/>
          <a:lstStyle/>
          <a:p>
            <a:fld id="{1B9B3185-E874-A849-A012-27E7860D5320}" type="slidenum">
              <a:rPr lang="en-US" smtClean="0"/>
              <a:pPr/>
              <a:t>3</a:t>
            </a:fld>
            <a:endParaRPr lang="en-US"/>
          </a:p>
        </p:txBody>
      </p:sp>
      <p:sp>
        <p:nvSpPr>
          <p:cNvPr id="11" name="Text Placeholder 4">
            <a:extLst>
              <a:ext uri="{FF2B5EF4-FFF2-40B4-BE49-F238E27FC236}">
                <a16:creationId xmlns:a16="http://schemas.microsoft.com/office/drawing/2014/main" id="{B50708F1-FFB6-2B8D-93F7-9F597C6DBBAA}"/>
              </a:ext>
            </a:extLst>
          </p:cNvPr>
          <p:cNvSpPr txBox="1">
            <a:spLocks/>
          </p:cNvSpPr>
          <p:nvPr/>
        </p:nvSpPr>
        <p:spPr>
          <a:xfrm>
            <a:off x="6909818" y="1621125"/>
            <a:ext cx="4263844" cy="20182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defTabSz="457200">
              <a:spcBef>
                <a:spcPts val="500"/>
              </a:spcBef>
              <a:defRPr/>
            </a:pPr>
            <a:r>
              <a:rPr lang="en-US" sz="1000">
                <a:solidFill>
                  <a:prstClr val="black"/>
                </a:solidFill>
                <a:latin typeface="Calibri Light" panose="020F0302020204030204"/>
                <a:cs typeface="Arial" panose="020B0604020202020204" pitchFamily="34" charset="0"/>
              </a:rPr>
              <a:t>Minimum clear space</a:t>
            </a:r>
          </a:p>
          <a:p>
            <a:pPr defTabSz="457200">
              <a:spcBef>
                <a:spcPts val="500"/>
              </a:spcBef>
              <a:defRPr/>
            </a:pPr>
            <a:endParaRPr lang="en-US" sz="1000">
              <a:solidFill>
                <a:prstClr val="black"/>
              </a:solidFill>
              <a:latin typeface="Calibri Light" panose="020F0302020204030204"/>
              <a:cs typeface="Arial" panose="020B0604020202020204" pitchFamily="34" charset="0"/>
            </a:endParaRPr>
          </a:p>
          <a:p>
            <a:pPr defTabSz="457200">
              <a:spcBef>
                <a:spcPts val="500"/>
              </a:spcBef>
              <a:defRPr/>
            </a:pPr>
            <a:r>
              <a:rPr lang="en-US" sz="1000">
                <a:solidFill>
                  <a:prstClr val="black"/>
                </a:solidFill>
                <a:latin typeface="Calibri Light" panose="020F0302020204030204"/>
                <a:cs typeface="Arial" panose="020B0604020202020204" pitchFamily="34" charset="0"/>
              </a:rPr>
              <a:t>				</a:t>
            </a:r>
          </a:p>
          <a:p>
            <a:pPr defTabSz="457200">
              <a:spcBef>
                <a:spcPts val="500"/>
              </a:spcBef>
              <a:defRPr/>
            </a:pPr>
            <a:endParaRPr lang="en-US" sz="1000">
              <a:solidFill>
                <a:prstClr val="black"/>
              </a:solidFill>
              <a:latin typeface="Calibri Light" panose="020F0302020204030204"/>
              <a:cs typeface="Arial" panose="020B0604020202020204" pitchFamily="34" charset="0"/>
            </a:endParaRPr>
          </a:p>
          <a:p>
            <a:pPr defTabSz="457200">
              <a:spcBef>
                <a:spcPts val="500"/>
              </a:spcBef>
              <a:defRPr/>
            </a:pPr>
            <a:endParaRPr lang="en-US" sz="1000">
              <a:solidFill>
                <a:prstClr val="black"/>
              </a:solidFill>
              <a:latin typeface="Calibri Light" panose="020F0302020204030204"/>
              <a:cs typeface="Arial" panose="020B0604020202020204" pitchFamily="34" charset="0"/>
            </a:endParaRPr>
          </a:p>
          <a:p>
            <a:pPr defTabSz="457200">
              <a:spcBef>
                <a:spcPts val="500"/>
              </a:spcBef>
              <a:defRPr/>
            </a:pPr>
            <a:endParaRPr lang="en-US" sz="1000">
              <a:solidFill>
                <a:prstClr val="black"/>
              </a:solidFill>
              <a:latin typeface="Calibri Light" panose="020F0302020204030204"/>
              <a:cs typeface="Arial" panose="020B0604020202020204" pitchFamily="34" charset="0"/>
            </a:endParaRPr>
          </a:p>
          <a:p>
            <a:pPr defTabSz="457200">
              <a:spcBef>
                <a:spcPts val="500"/>
              </a:spcBef>
              <a:defRPr/>
            </a:pPr>
            <a:endParaRPr lang="en-US" sz="1000">
              <a:solidFill>
                <a:prstClr val="black"/>
              </a:solidFill>
              <a:latin typeface="Calibri Light" panose="020F0302020204030204"/>
              <a:cs typeface="Arial" panose="020B0604020202020204" pitchFamily="34" charset="0"/>
            </a:endParaRPr>
          </a:p>
          <a:p>
            <a:pPr defTabSz="457200">
              <a:spcBef>
                <a:spcPts val="500"/>
              </a:spcBef>
              <a:defRPr/>
            </a:pPr>
            <a:endParaRPr lang="en-US" sz="1000">
              <a:solidFill>
                <a:prstClr val="black"/>
              </a:solidFill>
              <a:latin typeface="Calibri Light" panose="020F0302020204030204"/>
              <a:cs typeface="Arial" panose="020B0604020202020204" pitchFamily="34" charset="0"/>
            </a:endParaRPr>
          </a:p>
        </p:txBody>
      </p:sp>
      <p:grpSp>
        <p:nvGrpSpPr>
          <p:cNvPr id="12" name="Group 11">
            <a:extLst>
              <a:ext uri="{FF2B5EF4-FFF2-40B4-BE49-F238E27FC236}">
                <a16:creationId xmlns:a16="http://schemas.microsoft.com/office/drawing/2014/main" id="{F7CDE7F6-693E-963E-0D15-59321A65D4D8}"/>
              </a:ext>
            </a:extLst>
          </p:cNvPr>
          <p:cNvGrpSpPr>
            <a:grpSpLocks noChangeAspect="1"/>
          </p:cNvGrpSpPr>
          <p:nvPr/>
        </p:nvGrpSpPr>
        <p:grpSpPr>
          <a:xfrm>
            <a:off x="6909819" y="1844674"/>
            <a:ext cx="3022068" cy="1379512"/>
            <a:chOff x="6523099" y="897600"/>
            <a:chExt cx="4530215" cy="2067948"/>
          </a:xfrm>
        </p:grpSpPr>
        <p:sp>
          <p:nvSpPr>
            <p:cNvPr id="13" name="Rectangle 12">
              <a:extLst>
                <a:ext uri="{FF2B5EF4-FFF2-40B4-BE49-F238E27FC236}">
                  <a16:creationId xmlns:a16="http://schemas.microsoft.com/office/drawing/2014/main" id="{E1A37C19-7469-53A8-10C5-84812B59F982}"/>
                </a:ext>
              </a:extLst>
            </p:cNvPr>
            <p:cNvSpPr/>
            <p:nvPr/>
          </p:nvSpPr>
          <p:spPr>
            <a:xfrm>
              <a:off x="6888862" y="1274010"/>
              <a:ext cx="3799459" cy="1326377"/>
            </a:xfrm>
            <a:prstGeom prst="rect">
              <a:avLst/>
            </a:prstGeom>
            <a:noFill/>
            <a:ln w="12700" cap="flat" cmpd="sng" algn="ctr">
              <a:solidFill>
                <a:sysClr val="window" lastClr="FFFFFF">
                  <a:lumMod val="75000"/>
                </a:sysClr>
              </a:solidFill>
              <a:prstDash val="solid"/>
              <a:miter lim="800000"/>
            </a:ln>
            <a:effectLst/>
          </p:spPr>
          <p:txBody>
            <a:bodyPr rtlCol="0" anchor="ctr"/>
            <a:lstStyle/>
            <a:p>
              <a:pPr defTabSz="457200">
                <a:defRPr/>
              </a:pPr>
              <a:endParaRPr lang="en-US" sz="900">
                <a:solidFill>
                  <a:prstClr val="white"/>
                </a:solidFill>
                <a:latin typeface="Calibri" panose="020F0502020204030204"/>
              </a:endParaRPr>
            </a:p>
          </p:txBody>
        </p:sp>
        <p:sp>
          <p:nvSpPr>
            <p:cNvPr id="14" name="Rectangle 13">
              <a:extLst>
                <a:ext uri="{FF2B5EF4-FFF2-40B4-BE49-F238E27FC236}">
                  <a16:creationId xmlns:a16="http://schemas.microsoft.com/office/drawing/2014/main" id="{1795B37C-B0E5-F0AA-792B-AEDCA28A82A3}"/>
                </a:ext>
              </a:extLst>
            </p:cNvPr>
            <p:cNvSpPr/>
            <p:nvPr/>
          </p:nvSpPr>
          <p:spPr>
            <a:xfrm>
              <a:off x="6523100" y="897600"/>
              <a:ext cx="365760" cy="365759"/>
            </a:xfrm>
            <a:prstGeom prst="rect">
              <a:avLst/>
            </a:prstGeom>
            <a:noFill/>
            <a:ln w="12700" cap="flat" cmpd="sng" algn="ctr">
              <a:solidFill>
                <a:schemeClr val="accent6">
                  <a:lumMod val="90000"/>
                </a:schemeClr>
              </a:solidFill>
              <a:prstDash val="solid"/>
              <a:miter lim="800000"/>
            </a:ln>
            <a:effectLst/>
          </p:spPr>
          <p:txBody>
            <a:bodyPr rtlCol="0" anchor="ctr"/>
            <a:lstStyle/>
            <a:p>
              <a:pPr defTabSz="457200">
                <a:defRPr/>
              </a:pPr>
              <a:endParaRPr lang="en-US" sz="900">
                <a:solidFill>
                  <a:prstClr val="white"/>
                </a:solidFill>
                <a:latin typeface="Calibri" panose="020F0502020204030204"/>
              </a:endParaRPr>
            </a:p>
          </p:txBody>
        </p:sp>
        <p:sp>
          <p:nvSpPr>
            <p:cNvPr id="15" name="Rectangle 14">
              <a:extLst>
                <a:ext uri="{FF2B5EF4-FFF2-40B4-BE49-F238E27FC236}">
                  <a16:creationId xmlns:a16="http://schemas.microsoft.com/office/drawing/2014/main" id="{26781C6A-7D6B-D277-A63C-C1B0F968BBE7}"/>
                </a:ext>
              </a:extLst>
            </p:cNvPr>
            <p:cNvSpPr/>
            <p:nvPr/>
          </p:nvSpPr>
          <p:spPr>
            <a:xfrm>
              <a:off x="6523100" y="2599789"/>
              <a:ext cx="365760" cy="365759"/>
            </a:xfrm>
            <a:prstGeom prst="rect">
              <a:avLst/>
            </a:prstGeom>
            <a:noFill/>
            <a:ln w="12700" cap="flat" cmpd="sng" algn="ctr">
              <a:solidFill>
                <a:schemeClr val="accent6">
                  <a:lumMod val="90000"/>
                </a:schemeClr>
              </a:solidFill>
              <a:prstDash val="solid"/>
              <a:miter lim="800000"/>
            </a:ln>
            <a:effectLst/>
          </p:spPr>
          <p:txBody>
            <a:bodyPr rtlCol="0" anchor="ctr"/>
            <a:lstStyle/>
            <a:p>
              <a:pPr defTabSz="457200">
                <a:defRPr/>
              </a:pPr>
              <a:endParaRPr lang="en-US" sz="900">
                <a:solidFill>
                  <a:prstClr val="white"/>
                </a:solidFill>
                <a:latin typeface="Calibri" panose="020F0502020204030204"/>
              </a:endParaRPr>
            </a:p>
          </p:txBody>
        </p:sp>
        <p:sp>
          <p:nvSpPr>
            <p:cNvPr id="16" name="Rectangle 15">
              <a:extLst>
                <a:ext uri="{FF2B5EF4-FFF2-40B4-BE49-F238E27FC236}">
                  <a16:creationId xmlns:a16="http://schemas.microsoft.com/office/drawing/2014/main" id="{8E21787A-1CA3-35CE-6755-AA851A46D54B}"/>
                </a:ext>
              </a:extLst>
            </p:cNvPr>
            <p:cNvSpPr/>
            <p:nvPr/>
          </p:nvSpPr>
          <p:spPr>
            <a:xfrm>
              <a:off x="10687554" y="2599789"/>
              <a:ext cx="365760" cy="365759"/>
            </a:xfrm>
            <a:prstGeom prst="rect">
              <a:avLst/>
            </a:prstGeom>
            <a:noFill/>
            <a:ln w="12700" cap="flat" cmpd="sng" algn="ctr">
              <a:solidFill>
                <a:schemeClr val="accent6">
                  <a:lumMod val="90000"/>
                </a:schemeClr>
              </a:solidFill>
              <a:prstDash val="solid"/>
              <a:miter lim="800000"/>
            </a:ln>
            <a:effectLst/>
          </p:spPr>
          <p:txBody>
            <a:bodyPr rtlCol="0" anchor="ctr"/>
            <a:lstStyle/>
            <a:p>
              <a:pPr defTabSz="457200">
                <a:defRPr/>
              </a:pPr>
              <a:endParaRPr lang="en-US" sz="900">
                <a:solidFill>
                  <a:prstClr val="white"/>
                </a:solidFill>
                <a:latin typeface="Calibri" panose="020F0502020204030204"/>
              </a:endParaRPr>
            </a:p>
          </p:txBody>
        </p:sp>
        <p:sp>
          <p:nvSpPr>
            <p:cNvPr id="17" name="Rectangle 16">
              <a:extLst>
                <a:ext uri="{FF2B5EF4-FFF2-40B4-BE49-F238E27FC236}">
                  <a16:creationId xmlns:a16="http://schemas.microsoft.com/office/drawing/2014/main" id="{3A4A1D7D-5CD5-C321-A8F2-87729F57482E}"/>
                </a:ext>
              </a:extLst>
            </p:cNvPr>
            <p:cNvSpPr/>
            <p:nvPr/>
          </p:nvSpPr>
          <p:spPr>
            <a:xfrm>
              <a:off x="10687554" y="905923"/>
              <a:ext cx="365760" cy="365759"/>
            </a:xfrm>
            <a:prstGeom prst="rect">
              <a:avLst/>
            </a:prstGeom>
            <a:noFill/>
            <a:ln w="12700" cap="flat" cmpd="sng" algn="ctr">
              <a:solidFill>
                <a:schemeClr val="accent6">
                  <a:lumMod val="90000"/>
                </a:schemeClr>
              </a:solidFill>
              <a:prstDash val="solid"/>
              <a:miter lim="800000"/>
            </a:ln>
            <a:effectLst/>
          </p:spPr>
          <p:txBody>
            <a:bodyPr rtlCol="0" anchor="ctr"/>
            <a:lstStyle/>
            <a:p>
              <a:pPr defTabSz="457200">
                <a:defRPr/>
              </a:pPr>
              <a:endParaRPr lang="en-US" sz="900">
                <a:solidFill>
                  <a:prstClr val="white"/>
                </a:solidFill>
                <a:latin typeface="Calibri" panose="020F0502020204030204"/>
              </a:endParaRPr>
            </a:p>
          </p:txBody>
        </p:sp>
        <p:sp>
          <p:nvSpPr>
            <p:cNvPr id="18" name="Rectangle 17">
              <a:extLst>
                <a:ext uri="{FF2B5EF4-FFF2-40B4-BE49-F238E27FC236}">
                  <a16:creationId xmlns:a16="http://schemas.microsoft.com/office/drawing/2014/main" id="{EF4E850B-F2C7-A55E-E8BA-53FCDD6A72A9}"/>
                </a:ext>
              </a:extLst>
            </p:cNvPr>
            <p:cNvSpPr/>
            <p:nvPr/>
          </p:nvSpPr>
          <p:spPr>
            <a:xfrm>
              <a:off x="6523099" y="901555"/>
              <a:ext cx="4530215" cy="2063993"/>
            </a:xfrm>
            <a:prstGeom prst="rect">
              <a:avLst/>
            </a:prstGeom>
            <a:noFill/>
            <a:ln w="12700" cap="flat" cmpd="sng" algn="ctr">
              <a:solidFill>
                <a:sysClr val="window" lastClr="FFFFFF">
                  <a:lumMod val="75000"/>
                </a:sysClr>
              </a:solidFill>
              <a:prstDash val="solid"/>
              <a:miter lim="800000"/>
            </a:ln>
            <a:effectLst/>
          </p:spPr>
          <p:txBody>
            <a:bodyPr rtlCol="0" anchor="ctr"/>
            <a:lstStyle/>
            <a:p>
              <a:pPr defTabSz="457200">
                <a:defRPr/>
              </a:pPr>
              <a:endParaRPr lang="en-US" sz="900">
                <a:solidFill>
                  <a:prstClr val="white"/>
                </a:solidFill>
                <a:latin typeface="Calibri" panose="020F0502020204030204"/>
              </a:endParaRPr>
            </a:p>
          </p:txBody>
        </p:sp>
        <p:pic>
          <p:nvPicPr>
            <p:cNvPr id="19" name="Picture 18">
              <a:extLst>
                <a:ext uri="{FF2B5EF4-FFF2-40B4-BE49-F238E27FC236}">
                  <a16:creationId xmlns:a16="http://schemas.microsoft.com/office/drawing/2014/main" id="{2A73D877-1861-433A-96EE-F0778664EE3A}"/>
                </a:ext>
              </a:extLst>
            </p:cNvPr>
            <p:cNvPicPr>
              <a:picLocks noChangeAspect="1"/>
            </p:cNvPicPr>
            <p:nvPr/>
          </p:nvPicPr>
          <p:blipFill>
            <a:blip r:embed="rId2"/>
            <a:stretch>
              <a:fillRect/>
            </a:stretch>
          </p:blipFill>
          <p:spPr>
            <a:xfrm>
              <a:off x="6942427" y="1305560"/>
              <a:ext cx="3651685" cy="1280160"/>
            </a:xfrm>
            <a:prstGeom prst="rect">
              <a:avLst/>
            </a:prstGeom>
          </p:spPr>
        </p:pic>
      </p:grpSp>
      <p:sp>
        <p:nvSpPr>
          <p:cNvPr id="20" name="Rectangle 19">
            <a:extLst>
              <a:ext uri="{FF2B5EF4-FFF2-40B4-BE49-F238E27FC236}">
                <a16:creationId xmlns:a16="http://schemas.microsoft.com/office/drawing/2014/main" id="{91F04F23-8365-A18F-F530-545DD6F851C0}"/>
              </a:ext>
            </a:extLst>
          </p:cNvPr>
          <p:cNvSpPr/>
          <p:nvPr/>
        </p:nvSpPr>
        <p:spPr>
          <a:xfrm>
            <a:off x="6909819" y="3540160"/>
            <a:ext cx="3022068" cy="1376874"/>
          </a:xfrm>
          <a:prstGeom prst="rect">
            <a:avLst/>
          </a:prstGeom>
          <a:solidFill>
            <a:sysClr val="windowText" lastClr="000000"/>
          </a:solidFill>
          <a:ln w="12700" cap="flat" cmpd="sng" algn="ctr">
            <a:noFill/>
            <a:prstDash val="solid"/>
            <a:miter lim="800000"/>
          </a:ln>
          <a:effectLst/>
        </p:spPr>
        <p:txBody>
          <a:bodyPr rtlCol="0" anchor="ctr"/>
          <a:lstStyle/>
          <a:p>
            <a:pPr defTabSz="457200">
              <a:defRPr/>
            </a:pPr>
            <a:endParaRPr lang="en-US" sz="900">
              <a:solidFill>
                <a:prstClr val="white"/>
              </a:solidFill>
              <a:latin typeface="Calibri" panose="020F0502020204030204"/>
            </a:endParaRPr>
          </a:p>
        </p:txBody>
      </p:sp>
      <p:pic>
        <p:nvPicPr>
          <p:cNvPr id="21" name="Picture 20" descr="A close up of a sign&#10;&#10;Description automatically generated">
            <a:extLst>
              <a:ext uri="{FF2B5EF4-FFF2-40B4-BE49-F238E27FC236}">
                <a16:creationId xmlns:a16="http://schemas.microsoft.com/office/drawing/2014/main" id="{69F56E4F-9159-AD23-3D99-D75DCEAF4D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5388" y="3863979"/>
            <a:ext cx="2264329" cy="817675"/>
          </a:xfrm>
          <a:prstGeom prst="rect">
            <a:avLst/>
          </a:prstGeom>
        </p:spPr>
      </p:pic>
    </p:spTree>
    <p:extLst>
      <p:ext uri="{BB962C8B-B14F-4D97-AF65-F5344CB8AC3E}">
        <p14:creationId xmlns:p14="http://schemas.microsoft.com/office/powerpoint/2010/main" val="2949015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2036071-32D2-0F73-D172-B2A8A95C7058}"/>
              </a:ext>
            </a:extLst>
          </p:cNvPr>
          <p:cNvSpPr>
            <a:spLocks noGrp="1"/>
          </p:cNvSpPr>
          <p:nvPr>
            <p:ph type="ftr" sz="quarter" idx="3"/>
          </p:nvPr>
        </p:nvSpPr>
        <p:spPr/>
        <p:txBody>
          <a:bodyPr/>
          <a:lstStyle/>
          <a:p>
            <a:r>
              <a:rPr lang="en-US"/>
              <a:t>© Kno2. All rights reserved.</a:t>
            </a:r>
          </a:p>
        </p:txBody>
      </p:sp>
      <p:sp>
        <p:nvSpPr>
          <p:cNvPr id="4" name="Slide Number Placeholder 3">
            <a:extLst>
              <a:ext uri="{FF2B5EF4-FFF2-40B4-BE49-F238E27FC236}">
                <a16:creationId xmlns:a16="http://schemas.microsoft.com/office/drawing/2014/main" id="{20630E71-7D65-F5DE-C9C8-B2826CC80382}"/>
              </a:ext>
            </a:extLst>
          </p:cNvPr>
          <p:cNvSpPr>
            <a:spLocks noGrp="1"/>
          </p:cNvSpPr>
          <p:nvPr>
            <p:ph type="sldNum" sz="quarter" idx="4"/>
          </p:nvPr>
        </p:nvSpPr>
        <p:spPr/>
        <p:txBody>
          <a:bodyPr/>
          <a:lstStyle/>
          <a:p>
            <a:fld id="{1B9B3185-E874-A849-A012-27E7860D5320}" type="slidenum">
              <a:rPr lang="en-US" smtClean="0"/>
              <a:pPr/>
              <a:t>4</a:t>
            </a:fld>
            <a:endParaRPr lang="en-US"/>
          </a:p>
        </p:txBody>
      </p:sp>
      <p:sp>
        <p:nvSpPr>
          <p:cNvPr id="5" name="Content Placeholder 4">
            <a:extLst>
              <a:ext uri="{FF2B5EF4-FFF2-40B4-BE49-F238E27FC236}">
                <a16:creationId xmlns:a16="http://schemas.microsoft.com/office/drawing/2014/main" id="{B89268D9-1B00-BAE9-1046-26E883D785F4}"/>
              </a:ext>
            </a:extLst>
          </p:cNvPr>
          <p:cNvSpPr>
            <a:spLocks noGrp="1"/>
          </p:cNvSpPr>
          <p:nvPr>
            <p:ph idx="12"/>
          </p:nvPr>
        </p:nvSpPr>
        <p:spPr/>
        <p:txBody>
          <a:bodyPr>
            <a:normAutofit lnSpcReduction="10000"/>
          </a:bodyPr>
          <a:lstStyle/>
          <a:p>
            <a:pPr>
              <a:lnSpc>
                <a:spcPct val="100000"/>
              </a:lnSpc>
              <a:spcBef>
                <a:spcPts val="0"/>
              </a:spcBef>
            </a:pPr>
            <a:r>
              <a:rPr lang="en-US" sz="2000"/>
              <a:t>This paragraph describing Kno2 will be used in all press releases and public announcements. </a:t>
            </a:r>
          </a:p>
          <a:p>
            <a:pPr>
              <a:lnSpc>
                <a:spcPct val="100000"/>
              </a:lnSpc>
              <a:spcBef>
                <a:spcPts val="0"/>
              </a:spcBef>
            </a:pPr>
            <a:endParaRPr lang="en-US" sz="2000"/>
          </a:p>
          <a:p>
            <a:pPr>
              <a:lnSpc>
                <a:spcPct val="100000"/>
              </a:lnSpc>
              <a:spcBef>
                <a:spcPts val="0"/>
              </a:spcBef>
            </a:pPr>
            <a:r>
              <a:rPr lang="en-US" sz="2000"/>
              <a:t>We encourage our partners to announce their relationship with Kno2 to help promote the use of the integrated solution to propel interoperability forward for the entire healthcare industry. </a:t>
            </a:r>
            <a:br>
              <a:rPr lang="en-US" sz="2000"/>
            </a:br>
            <a:endParaRPr lang="en-US" sz="2000"/>
          </a:p>
        </p:txBody>
      </p:sp>
      <p:sp>
        <p:nvSpPr>
          <p:cNvPr id="6" name="Text Placeholder 5">
            <a:extLst>
              <a:ext uri="{FF2B5EF4-FFF2-40B4-BE49-F238E27FC236}">
                <a16:creationId xmlns:a16="http://schemas.microsoft.com/office/drawing/2014/main" id="{9C1927F7-3833-E6F6-0786-B387458678D7}"/>
              </a:ext>
            </a:extLst>
          </p:cNvPr>
          <p:cNvSpPr>
            <a:spLocks noGrp="1"/>
          </p:cNvSpPr>
          <p:nvPr>
            <p:ph type="body" sz="quarter" idx="13"/>
          </p:nvPr>
        </p:nvSpPr>
        <p:spPr>
          <a:xfrm>
            <a:off x="1149879" y="1139153"/>
            <a:ext cx="3954183" cy="323843"/>
          </a:xfrm>
        </p:spPr>
        <p:txBody>
          <a:bodyPr/>
          <a:lstStyle/>
          <a:p>
            <a:r>
              <a:rPr lang="en-US"/>
              <a:t>BOILERPLATE</a:t>
            </a:r>
          </a:p>
        </p:txBody>
      </p:sp>
      <p:sp>
        <p:nvSpPr>
          <p:cNvPr id="7" name="Text Placeholder 6">
            <a:extLst>
              <a:ext uri="{FF2B5EF4-FFF2-40B4-BE49-F238E27FC236}">
                <a16:creationId xmlns:a16="http://schemas.microsoft.com/office/drawing/2014/main" id="{6C6C0307-70B2-546E-019B-CA3788F0B175}"/>
              </a:ext>
            </a:extLst>
          </p:cNvPr>
          <p:cNvSpPr>
            <a:spLocks noGrp="1"/>
          </p:cNvSpPr>
          <p:nvPr>
            <p:ph type="body" sz="quarter" idx="14"/>
          </p:nvPr>
        </p:nvSpPr>
        <p:spPr>
          <a:xfrm>
            <a:off x="6752772" y="1139153"/>
            <a:ext cx="3954183" cy="323843"/>
          </a:xfrm>
        </p:spPr>
        <p:txBody>
          <a:bodyPr/>
          <a:lstStyle/>
          <a:p>
            <a:r>
              <a:rPr lang="en-US"/>
              <a:t>ABOUT KNO2</a:t>
            </a:r>
          </a:p>
        </p:txBody>
      </p:sp>
      <p:sp>
        <p:nvSpPr>
          <p:cNvPr id="8" name="Content Placeholder 7">
            <a:extLst>
              <a:ext uri="{FF2B5EF4-FFF2-40B4-BE49-F238E27FC236}">
                <a16:creationId xmlns:a16="http://schemas.microsoft.com/office/drawing/2014/main" id="{C3469F62-4565-E1DD-FA19-358C00B38443}"/>
              </a:ext>
            </a:extLst>
          </p:cNvPr>
          <p:cNvSpPr>
            <a:spLocks noGrp="1"/>
          </p:cNvSpPr>
          <p:nvPr>
            <p:ph idx="1"/>
          </p:nvPr>
        </p:nvSpPr>
        <p:spPr>
          <a:xfrm>
            <a:off x="6735738" y="1550498"/>
            <a:ext cx="4781074" cy="4086373"/>
          </a:xfrm>
        </p:spPr>
        <p:txBody>
          <a:bodyPr>
            <a:noAutofit/>
          </a:bodyPr>
          <a:lstStyle/>
          <a:p>
            <a:pPr>
              <a:lnSpc>
                <a:spcPct val="120000"/>
              </a:lnSpc>
              <a:spcBef>
                <a:spcPts val="0"/>
              </a:spcBef>
            </a:pPr>
            <a:r>
              <a:rPr lang="en-US" sz="1500"/>
              <a:t>The Kno2 network enables the secure, effortless, and maximized exchange of patient information across patients, providers, payers and IT vendors. We are empowering healthcare to finally realize the true potential of interoperability by unleashing connectivity everywhere through a simple to use Communication API and robust tools for any business. With industry disrupting economics and our passion to include the underserved, Kno2 is democratizing healthcare communications and defining the new connected future of healthcare. With a single connection to Kno2, anyone can quickly gain access to a powerful network of connected networks, EHRs, organizations, technologies and interoperability frameworks that gives the freedom to easily communicate with all. To learn more, visit </a:t>
            </a:r>
            <a:r>
              <a:rPr lang="en-US" sz="1500">
                <a:hlinkClick r:id="rId2"/>
              </a:rPr>
              <a:t>www.kno2.com</a:t>
            </a:r>
            <a:r>
              <a:rPr lang="en-US" sz="1500"/>
              <a:t>.</a:t>
            </a:r>
            <a:br>
              <a:rPr lang="en-US" sz="1500"/>
            </a:br>
            <a:endParaRPr lang="en-US" sz="1500"/>
          </a:p>
          <a:p>
            <a:pPr>
              <a:lnSpc>
                <a:spcPct val="120000"/>
              </a:lnSpc>
              <a:spcBef>
                <a:spcPts val="0"/>
              </a:spcBef>
            </a:pPr>
            <a:endParaRPr lang="en-US" sz="1500"/>
          </a:p>
        </p:txBody>
      </p:sp>
    </p:spTree>
    <p:extLst>
      <p:ext uri="{BB962C8B-B14F-4D97-AF65-F5344CB8AC3E}">
        <p14:creationId xmlns:p14="http://schemas.microsoft.com/office/powerpoint/2010/main" val="3480513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41D697C-C5D3-A88A-D725-653D2670CB32}"/>
              </a:ext>
            </a:extLst>
          </p:cNvPr>
          <p:cNvSpPr>
            <a:spLocks noGrp="1"/>
          </p:cNvSpPr>
          <p:nvPr>
            <p:ph type="title"/>
          </p:nvPr>
        </p:nvSpPr>
        <p:spPr/>
        <p:txBody>
          <a:bodyPr>
            <a:normAutofit/>
          </a:bodyPr>
          <a:lstStyle/>
          <a:p>
            <a:pPr>
              <a:lnSpc>
                <a:spcPct val="100000"/>
              </a:lnSpc>
              <a:spcBef>
                <a:spcPts val="0"/>
              </a:spcBef>
            </a:pPr>
            <a:r>
              <a:rPr lang="en-US" b="1" spc="-100">
                <a:solidFill>
                  <a:srgbClr val="0098E2"/>
                </a:solidFill>
              </a:rPr>
              <a:t>Kno2 democratizes healthcare communication for all, enabling the </a:t>
            </a:r>
            <a:r>
              <a:rPr lang="en-US" b="1" spc="-100">
                <a:solidFill>
                  <a:srgbClr val="022884"/>
                </a:solidFill>
              </a:rPr>
              <a:t>secure, effortless, and maximized </a:t>
            </a:r>
            <a:r>
              <a:rPr lang="en-US" b="1" spc="-100">
                <a:solidFill>
                  <a:srgbClr val="0098E2"/>
                </a:solidFill>
              </a:rPr>
              <a:t>exchange of patient information.</a:t>
            </a:r>
          </a:p>
        </p:txBody>
      </p:sp>
      <p:sp>
        <p:nvSpPr>
          <p:cNvPr id="2" name="Text Placeholder 1">
            <a:extLst>
              <a:ext uri="{FF2B5EF4-FFF2-40B4-BE49-F238E27FC236}">
                <a16:creationId xmlns:a16="http://schemas.microsoft.com/office/drawing/2014/main" id="{824930A5-4751-88F4-FCD1-14722E2399FF}"/>
              </a:ext>
            </a:extLst>
          </p:cNvPr>
          <p:cNvSpPr>
            <a:spLocks noGrp="1"/>
          </p:cNvSpPr>
          <p:nvPr>
            <p:ph type="body" sz="quarter" idx="13"/>
          </p:nvPr>
        </p:nvSpPr>
        <p:spPr/>
        <p:txBody>
          <a:bodyPr/>
          <a:lstStyle/>
          <a:p>
            <a:r>
              <a:rPr lang="en-US"/>
              <a:t>PURPOSE</a:t>
            </a:r>
          </a:p>
        </p:txBody>
      </p:sp>
      <p:pic>
        <p:nvPicPr>
          <p:cNvPr id="6" name="Graphic 5">
            <a:extLst>
              <a:ext uri="{FF2B5EF4-FFF2-40B4-BE49-F238E27FC236}">
                <a16:creationId xmlns:a16="http://schemas.microsoft.com/office/drawing/2014/main" id="{2D35397C-2C9B-D862-92B9-E53BD7FAA9CB}"/>
              </a:ext>
            </a:extLst>
          </p:cNvPr>
          <p:cNvPicPr>
            <a:picLocks noChangeAspect="1"/>
          </p:cNvPicPr>
          <p:nvPr/>
        </p:nvPicPr>
        <p:blipFill rotWithShape="1">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l="63462"/>
          <a:stretch/>
        </p:blipFill>
        <p:spPr>
          <a:xfrm>
            <a:off x="-1" y="1845282"/>
            <a:ext cx="818787" cy="2210240"/>
          </a:xfrm>
          <a:prstGeom prst="rect">
            <a:avLst/>
          </a:prstGeom>
        </p:spPr>
      </p:pic>
      <p:sp>
        <p:nvSpPr>
          <p:cNvPr id="3" name="Footer Placeholder 2">
            <a:extLst>
              <a:ext uri="{FF2B5EF4-FFF2-40B4-BE49-F238E27FC236}">
                <a16:creationId xmlns:a16="http://schemas.microsoft.com/office/drawing/2014/main" id="{D739FB89-01C0-C580-E6B7-10032BCD78ED}"/>
              </a:ext>
            </a:extLst>
          </p:cNvPr>
          <p:cNvSpPr>
            <a:spLocks noGrp="1"/>
          </p:cNvSpPr>
          <p:nvPr>
            <p:ph type="ftr" sz="quarter" idx="11"/>
          </p:nvPr>
        </p:nvSpPr>
        <p:spPr/>
        <p:txBody>
          <a:bodyPr/>
          <a:lstStyle/>
          <a:p>
            <a:r>
              <a:rPr lang="en-US"/>
              <a:t>© Kno2. All rights reserved.</a:t>
            </a:r>
          </a:p>
        </p:txBody>
      </p:sp>
      <p:sp>
        <p:nvSpPr>
          <p:cNvPr id="4" name="Slide Number Placeholder 3">
            <a:extLst>
              <a:ext uri="{FF2B5EF4-FFF2-40B4-BE49-F238E27FC236}">
                <a16:creationId xmlns:a16="http://schemas.microsoft.com/office/drawing/2014/main" id="{FC844E6B-2B60-931C-B543-9E25190F6FD7}"/>
              </a:ext>
            </a:extLst>
          </p:cNvPr>
          <p:cNvSpPr>
            <a:spLocks noGrp="1"/>
          </p:cNvSpPr>
          <p:nvPr>
            <p:ph type="sldNum" sz="quarter" idx="12"/>
          </p:nvPr>
        </p:nvSpPr>
        <p:spPr/>
        <p:txBody>
          <a:bodyPr/>
          <a:lstStyle/>
          <a:p>
            <a:fld id="{1B9B3185-E874-A849-A012-27E7860D5320}" type="slidenum">
              <a:rPr lang="en-US" smtClean="0"/>
              <a:t>5</a:t>
            </a:fld>
            <a:endParaRPr lang="en-US"/>
          </a:p>
        </p:txBody>
      </p:sp>
    </p:spTree>
    <p:extLst>
      <p:ext uri="{BB962C8B-B14F-4D97-AF65-F5344CB8AC3E}">
        <p14:creationId xmlns:p14="http://schemas.microsoft.com/office/powerpoint/2010/main" val="42504362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3C3D4-6C2C-569F-A919-676E3D2B52C8}"/>
              </a:ext>
            </a:extLst>
          </p:cNvPr>
          <p:cNvSpPr>
            <a:spLocks noGrp="1"/>
          </p:cNvSpPr>
          <p:nvPr>
            <p:ph type="title"/>
          </p:nvPr>
        </p:nvSpPr>
        <p:spPr/>
        <p:txBody>
          <a:bodyPr/>
          <a:lstStyle/>
          <a:p>
            <a:pPr algn="l"/>
            <a:r>
              <a:rPr lang="en-US"/>
              <a:t>Color Palette: </a:t>
            </a:r>
            <a:r>
              <a:rPr lang="en-US">
                <a:solidFill>
                  <a:schemeClr val="accent1"/>
                </a:solidFill>
              </a:rPr>
              <a:t>Accent</a:t>
            </a:r>
            <a:endParaRPr lang="en-US"/>
          </a:p>
        </p:txBody>
      </p:sp>
      <p:sp>
        <p:nvSpPr>
          <p:cNvPr id="4" name="Content Placeholder 2">
            <a:extLst>
              <a:ext uri="{FF2B5EF4-FFF2-40B4-BE49-F238E27FC236}">
                <a16:creationId xmlns:a16="http://schemas.microsoft.com/office/drawing/2014/main" id="{2BAD299D-8E4A-4E89-846E-7C1FEB8C830C}"/>
              </a:ext>
            </a:extLst>
          </p:cNvPr>
          <p:cNvSpPr>
            <a:spLocks noGrp="1"/>
          </p:cNvSpPr>
          <p:nvPr>
            <p:ph idx="1"/>
          </p:nvPr>
        </p:nvSpPr>
        <p:spPr>
          <a:xfrm>
            <a:off x="838200" y="1773382"/>
            <a:ext cx="3913863" cy="4075211"/>
          </a:xfrm>
        </p:spPr>
        <p:txBody>
          <a:bodyPr>
            <a:normAutofit/>
          </a:bodyPr>
          <a:lstStyle/>
          <a:p>
            <a:r>
              <a:rPr lang="en-US" sz="1800">
                <a:solidFill>
                  <a:schemeClr val="tx1"/>
                </a:solidFill>
              </a:rPr>
              <a:t>General Logo Specifications</a:t>
            </a:r>
          </a:p>
          <a:p>
            <a:endParaRPr lang="en-US" sz="1800">
              <a:solidFill>
                <a:schemeClr val="tx1"/>
              </a:solidFill>
            </a:endParaRPr>
          </a:p>
          <a:p>
            <a:r>
              <a:rPr lang="en-US" sz="1800">
                <a:solidFill>
                  <a:schemeClr val="tx1"/>
                </a:solidFill>
              </a:rPr>
              <a:t>The Kno2 icon/mark uses a trio of blue with overlapping gradience. The Kno2 logo color palette identifies the predominant colors.</a:t>
            </a:r>
          </a:p>
        </p:txBody>
      </p:sp>
      <p:pic>
        <p:nvPicPr>
          <p:cNvPr id="5" name="Picture 4">
            <a:extLst>
              <a:ext uri="{FF2B5EF4-FFF2-40B4-BE49-F238E27FC236}">
                <a16:creationId xmlns:a16="http://schemas.microsoft.com/office/drawing/2014/main" id="{BDC56778-C4D5-4D7C-BC5A-F7092DC9181D}"/>
              </a:ext>
            </a:extLst>
          </p:cNvPr>
          <p:cNvPicPr>
            <a:picLocks noChangeAspect="1"/>
          </p:cNvPicPr>
          <p:nvPr/>
        </p:nvPicPr>
        <p:blipFill>
          <a:blip r:embed="rId2"/>
          <a:stretch>
            <a:fillRect/>
          </a:stretch>
        </p:blipFill>
        <p:spPr>
          <a:xfrm>
            <a:off x="1009044" y="4239034"/>
            <a:ext cx="3265501" cy="1144777"/>
          </a:xfrm>
          <a:prstGeom prst="rect">
            <a:avLst/>
          </a:prstGeom>
        </p:spPr>
      </p:pic>
      <p:grpSp>
        <p:nvGrpSpPr>
          <p:cNvPr id="6" name="Group 5">
            <a:extLst>
              <a:ext uri="{FF2B5EF4-FFF2-40B4-BE49-F238E27FC236}">
                <a16:creationId xmlns:a16="http://schemas.microsoft.com/office/drawing/2014/main" id="{E1F4A782-FEE1-4914-84A6-2AA7D2E37D60}"/>
              </a:ext>
            </a:extLst>
          </p:cNvPr>
          <p:cNvGrpSpPr>
            <a:grpSpLocks noChangeAspect="1"/>
          </p:cNvGrpSpPr>
          <p:nvPr/>
        </p:nvGrpSpPr>
        <p:grpSpPr>
          <a:xfrm>
            <a:off x="5967994" y="1916935"/>
            <a:ext cx="5665818" cy="2021341"/>
            <a:chOff x="5804265" y="1825625"/>
            <a:chExt cx="6168650" cy="2200732"/>
          </a:xfrm>
        </p:grpSpPr>
        <p:sp>
          <p:nvSpPr>
            <p:cNvPr id="8" name="Oval 7">
              <a:extLst>
                <a:ext uri="{FF2B5EF4-FFF2-40B4-BE49-F238E27FC236}">
                  <a16:creationId xmlns:a16="http://schemas.microsoft.com/office/drawing/2014/main" id="{C6BBEA83-AB64-4315-8CA5-4C0E433D71AB}"/>
                </a:ext>
              </a:extLst>
            </p:cNvPr>
            <p:cNvSpPr/>
            <p:nvPr/>
          </p:nvSpPr>
          <p:spPr>
            <a:xfrm>
              <a:off x="5804265" y="1825625"/>
              <a:ext cx="914400" cy="914400"/>
            </a:xfrm>
            <a:prstGeom prst="ellipse">
              <a:avLst/>
            </a:prstGeom>
            <a:solidFill>
              <a:srgbClr val="19A7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Oval 8">
              <a:extLst>
                <a:ext uri="{FF2B5EF4-FFF2-40B4-BE49-F238E27FC236}">
                  <a16:creationId xmlns:a16="http://schemas.microsoft.com/office/drawing/2014/main" id="{0D0CE802-F53C-4F4E-96B1-B525D9AB30A0}"/>
                </a:ext>
              </a:extLst>
            </p:cNvPr>
            <p:cNvSpPr/>
            <p:nvPr/>
          </p:nvSpPr>
          <p:spPr>
            <a:xfrm>
              <a:off x="8042507" y="1825625"/>
              <a:ext cx="914400" cy="914400"/>
            </a:xfrm>
            <a:prstGeom prst="ellipse">
              <a:avLst/>
            </a:prstGeom>
            <a:solidFill>
              <a:srgbClr val="0056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0" name="Oval 9">
              <a:extLst>
                <a:ext uri="{FF2B5EF4-FFF2-40B4-BE49-F238E27FC236}">
                  <a16:creationId xmlns:a16="http://schemas.microsoft.com/office/drawing/2014/main" id="{A7551C44-7648-4207-A6B7-090CD2A755D3}"/>
                </a:ext>
              </a:extLst>
            </p:cNvPr>
            <p:cNvSpPr/>
            <p:nvPr/>
          </p:nvSpPr>
          <p:spPr>
            <a:xfrm>
              <a:off x="10280749" y="1825625"/>
              <a:ext cx="914400" cy="914400"/>
            </a:xfrm>
            <a:prstGeom prst="ellipse">
              <a:avLst/>
            </a:prstGeom>
            <a:solidFill>
              <a:srgbClr val="0B7D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 name="Text Placeholder 4">
              <a:extLst>
                <a:ext uri="{FF2B5EF4-FFF2-40B4-BE49-F238E27FC236}">
                  <a16:creationId xmlns:a16="http://schemas.microsoft.com/office/drawing/2014/main" id="{FE1D0D6C-7A39-4608-881A-5B0387BCF748}"/>
                </a:ext>
              </a:extLst>
            </p:cNvPr>
            <p:cNvSpPr txBox="1">
              <a:spLocks/>
            </p:cNvSpPr>
            <p:nvPr/>
          </p:nvSpPr>
          <p:spPr>
            <a:xfrm>
              <a:off x="5804265" y="2954153"/>
              <a:ext cx="1692166" cy="1072204"/>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nSpc>
                  <a:spcPct val="100000"/>
                </a:lnSpc>
                <a:spcBef>
                  <a:spcPts val="0"/>
                </a:spcBef>
              </a:pPr>
              <a:r>
                <a:rPr lang="en-US" sz="1000">
                  <a:latin typeface="Arial" panose="020B0604020202020204" pitchFamily="34" charset="0"/>
                  <a:cs typeface="Arial" panose="020B0604020202020204" pitchFamily="34" charset="0"/>
                </a:rPr>
                <a:t>Top Triangle</a:t>
              </a:r>
            </a:p>
            <a:p>
              <a:pPr>
                <a:lnSpc>
                  <a:spcPct val="100000"/>
                </a:lnSpc>
                <a:spcBef>
                  <a:spcPts val="0"/>
                </a:spcBef>
              </a:pPr>
              <a:r>
                <a:rPr lang="en-US" sz="1000">
                  <a:latin typeface="Arial" panose="020B0604020202020204" pitchFamily="34" charset="0"/>
                  <a:cs typeface="Arial" panose="020B0604020202020204" pitchFamily="34" charset="0"/>
                </a:rPr>
                <a:t>R25 G167 B222        </a:t>
              </a:r>
            </a:p>
            <a:p>
              <a:pPr>
                <a:lnSpc>
                  <a:spcPct val="100000"/>
                </a:lnSpc>
                <a:spcBef>
                  <a:spcPts val="0"/>
                </a:spcBef>
              </a:pPr>
              <a:r>
                <a:rPr lang="en-US" sz="1000">
                  <a:latin typeface="Arial" panose="020B0604020202020204" pitchFamily="34" charset="0"/>
                  <a:cs typeface="Arial" panose="020B0604020202020204" pitchFamily="34" charset="0"/>
                </a:rPr>
                <a:t>HEX #19a7de        </a:t>
              </a:r>
            </a:p>
            <a:p>
              <a:pPr>
                <a:lnSpc>
                  <a:spcPct val="100000"/>
                </a:lnSpc>
                <a:spcBef>
                  <a:spcPts val="0"/>
                </a:spcBef>
              </a:pPr>
              <a:r>
                <a:rPr lang="en-US" sz="1000">
                  <a:latin typeface="Arial" panose="020B0604020202020204" pitchFamily="34" charset="0"/>
                  <a:cs typeface="Arial" panose="020B0604020202020204" pitchFamily="34" charset="0"/>
                </a:rPr>
                <a:t>C89 M25 Y0 K13     </a:t>
              </a:r>
            </a:p>
          </p:txBody>
        </p:sp>
        <p:sp>
          <p:nvSpPr>
            <p:cNvPr id="12" name="Text Placeholder 4">
              <a:extLst>
                <a:ext uri="{FF2B5EF4-FFF2-40B4-BE49-F238E27FC236}">
                  <a16:creationId xmlns:a16="http://schemas.microsoft.com/office/drawing/2014/main" id="{64AC280C-46E1-45D7-A80F-07DC27B33D7E}"/>
                </a:ext>
              </a:extLst>
            </p:cNvPr>
            <p:cNvSpPr txBox="1">
              <a:spLocks/>
            </p:cNvSpPr>
            <p:nvPr/>
          </p:nvSpPr>
          <p:spPr>
            <a:xfrm>
              <a:off x="8042507" y="2954153"/>
              <a:ext cx="1692166" cy="1072204"/>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nSpc>
                  <a:spcPct val="100000"/>
                </a:lnSpc>
                <a:spcBef>
                  <a:spcPts val="0"/>
                </a:spcBef>
              </a:pPr>
              <a:r>
                <a:rPr lang="en-US" sz="1000">
                  <a:latin typeface="Arial" panose="020B0604020202020204" pitchFamily="34" charset="0"/>
                  <a:cs typeface="Arial" panose="020B0604020202020204" pitchFamily="34" charset="0"/>
                </a:rPr>
                <a:t>Middle Triangle</a:t>
              </a:r>
            </a:p>
            <a:p>
              <a:pPr>
                <a:lnSpc>
                  <a:spcPct val="100000"/>
                </a:lnSpc>
                <a:spcBef>
                  <a:spcPts val="0"/>
                </a:spcBef>
              </a:pPr>
              <a:r>
                <a:rPr lang="en-US" sz="1000">
                  <a:latin typeface="Arial" panose="020B0604020202020204" pitchFamily="34" charset="0"/>
                  <a:cs typeface="Arial" panose="020B0604020202020204" pitchFamily="34" charset="0"/>
                </a:rPr>
                <a:t>R0 G86 B151       </a:t>
              </a:r>
            </a:p>
            <a:p>
              <a:pPr>
                <a:lnSpc>
                  <a:spcPct val="100000"/>
                </a:lnSpc>
                <a:spcBef>
                  <a:spcPts val="0"/>
                </a:spcBef>
              </a:pPr>
              <a:r>
                <a:rPr lang="en-US" sz="1000">
                  <a:latin typeface="Arial" panose="020B0604020202020204" pitchFamily="34" charset="0"/>
                  <a:cs typeface="Arial" panose="020B0604020202020204" pitchFamily="34" charset="0"/>
                </a:rPr>
                <a:t>HEX #005697      </a:t>
              </a:r>
            </a:p>
            <a:p>
              <a:pPr>
                <a:lnSpc>
                  <a:spcPct val="100000"/>
                </a:lnSpc>
                <a:spcBef>
                  <a:spcPts val="0"/>
                </a:spcBef>
              </a:pPr>
              <a:r>
                <a:rPr lang="en-US" sz="1000">
                  <a:latin typeface="Arial" panose="020B0604020202020204" pitchFamily="34" charset="0"/>
                  <a:cs typeface="Arial" panose="020B0604020202020204" pitchFamily="34" charset="0"/>
                </a:rPr>
                <a:t>C100 M43 Y0 K41     </a:t>
              </a:r>
            </a:p>
          </p:txBody>
        </p:sp>
        <p:sp>
          <p:nvSpPr>
            <p:cNvPr id="13" name="Text Placeholder 4">
              <a:extLst>
                <a:ext uri="{FF2B5EF4-FFF2-40B4-BE49-F238E27FC236}">
                  <a16:creationId xmlns:a16="http://schemas.microsoft.com/office/drawing/2014/main" id="{AE846E59-EA5B-4AFF-9F3A-A6CF1FC0B1EA}"/>
                </a:ext>
              </a:extLst>
            </p:cNvPr>
            <p:cNvSpPr txBox="1">
              <a:spLocks/>
            </p:cNvSpPr>
            <p:nvPr/>
          </p:nvSpPr>
          <p:spPr>
            <a:xfrm>
              <a:off x="10280749" y="2954153"/>
              <a:ext cx="1692166" cy="1072204"/>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nSpc>
                  <a:spcPct val="100000"/>
                </a:lnSpc>
                <a:spcBef>
                  <a:spcPts val="0"/>
                </a:spcBef>
              </a:pPr>
              <a:r>
                <a:rPr lang="en-US" sz="1000">
                  <a:latin typeface="Arial" panose="020B0604020202020204" pitchFamily="34" charset="0"/>
                  <a:cs typeface="Arial" panose="020B0604020202020204" pitchFamily="34" charset="0"/>
                </a:rPr>
                <a:t>Bottom Triangle</a:t>
              </a:r>
            </a:p>
            <a:p>
              <a:pPr>
                <a:lnSpc>
                  <a:spcPct val="100000"/>
                </a:lnSpc>
                <a:spcBef>
                  <a:spcPts val="0"/>
                </a:spcBef>
              </a:pPr>
              <a:r>
                <a:rPr lang="en-US" sz="1000">
                  <a:latin typeface="Arial" panose="020B0604020202020204" pitchFamily="34" charset="0"/>
                  <a:cs typeface="Arial" panose="020B0604020202020204" pitchFamily="34" charset="0"/>
                </a:rPr>
                <a:t>R11 G125 B194  </a:t>
              </a:r>
            </a:p>
            <a:p>
              <a:pPr>
                <a:lnSpc>
                  <a:spcPct val="100000"/>
                </a:lnSpc>
                <a:spcBef>
                  <a:spcPts val="0"/>
                </a:spcBef>
              </a:pPr>
              <a:r>
                <a:rPr lang="en-US" sz="1000">
                  <a:latin typeface="Arial" panose="020B0604020202020204" pitchFamily="34" charset="0"/>
                  <a:cs typeface="Arial" panose="020B0604020202020204" pitchFamily="34" charset="0"/>
                </a:rPr>
                <a:t>HEX #0b7dc2     </a:t>
              </a:r>
            </a:p>
            <a:p>
              <a:pPr>
                <a:lnSpc>
                  <a:spcPct val="100000"/>
                </a:lnSpc>
                <a:spcBef>
                  <a:spcPts val="0"/>
                </a:spcBef>
              </a:pPr>
              <a:r>
                <a:rPr lang="en-US" sz="1000">
                  <a:latin typeface="Arial" panose="020B0604020202020204" pitchFamily="34" charset="0"/>
                  <a:cs typeface="Arial" panose="020B0604020202020204" pitchFamily="34" charset="0"/>
                </a:rPr>
                <a:t>C94 M36 Y0 K24     </a:t>
              </a:r>
            </a:p>
          </p:txBody>
        </p:sp>
      </p:grpSp>
    </p:spTree>
    <p:extLst>
      <p:ext uri="{BB962C8B-B14F-4D97-AF65-F5344CB8AC3E}">
        <p14:creationId xmlns:p14="http://schemas.microsoft.com/office/powerpoint/2010/main" val="1447551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Oval 19">
            <a:extLst>
              <a:ext uri="{FF2B5EF4-FFF2-40B4-BE49-F238E27FC236}">
                <a16:creationId xmlns:a16="http://schemas.microsoft.com/office/drawing/2014/main" id="{48E17BF1-5677-4856-9139-81258AB30E2F}"/>
              </a:ext>
            </a:extLst>
          </p:cNvPr>
          <p:cNvSpPr/>
          <p:nvPr/>
        </p:nvSpPr>
        <p:spPr>
          <a:xfrm>
            <a:off x="6706349" y="3986528"/>
            <a:ext cx="837127" cy="837127"/>
          </a:xfrm>
          <a:prstGeom prst="ellipse">
            <a:avLst/>
          </a:prstGeom>
          <a:solidFill>
            <a:srgbClr val="5B61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1" name="Oval 20">
            <a:extLst>
              <a:ext uri="{FF2B5EF4-FFF2-40B4-BE49-F238E27FC236}">
                <a16:creationId xmlns:a16="http://schemas.microsoft.com/office/drawing/2014/main" id="{6AD23579-38DD-4616-8B68-D92F2484D30C}"/>
              </a:ext>
            </a:extLst>
          </p:cNvPr>
          <p:cNvSpPr/>
          <p:nvPr/>
        </p:nvSpPr>
        <p:spPr>
          <a:xfrm>
            <a:off x="8512377" y="3986528"/>
            <a:ext cx="837127" cy="837127"/>
          </a:xfrm>
          <a:prstGeom prst="ellipse">
            <a:avLst/>
          </a:prstGeom>
          <a:solidFill>
            <a:srgbClr val="FBCA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 name="Text Placeholder 4">
            <a:extLst>
              <a:ext uri="{FF2B5EF4-FFF2-40B4-BE49-F238E27FC236}">
                <a16:creationId xmlns:a16="http://schemas.microsoft.com/office/drawing/2014/main" id="{A2F4FAA5-B33B-44A1-8259-D30CF232163E}"/>
              </a:ext>
            </a:extLst>
          </p:cNvPr>
          <p:cNvSpPr txBox="1">
            <a:spLocks/>
          </p:cNvSpPr>
          <p:nvPr/>
        </p:nvSpPr>
        <p:spPr>
          <a:xfrm>
            <a:off x="8512377" y="5019688"/>
            <a:ext cx="1549166" cy="981595"/>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nSpc>
                <a:spcPct val="100000"/>
              </a:lnSpc>
              <a:spcBef>
                <a:spcPts val="0"/>
              </a:spcBef>
            </a:pPr>
            <a:r>
              <a:rPr lang="en-US" sz="1000">
                <a:latin typeface="Arial" panose="020B0604020202020204" pitchFamily="34" charset="0"/>
                <a:cs typeface="Arial" panose="020B0604020202020204" pitchFamily="34" charset="0"/>
              </a:rPr>
              <a:t>Yellow</a:t>
            </a:r>
          </a:p>
          <a:p>
            <a:pPr>
              <a:lnSpc>
                <a:spcPct val="100000"/>
              </a:lnSpc>
              <a:spcBef>
                <a:spcPts val="0"/>
              </a:spcBef>
            </a:pPr>
            <a:r>
              <a:rPr lang="en-US" sz="1000">
                <a:latin typeface="Arial" panose="020B0604020202020204" pitchFamily="34" charset="0"/>
                <a:cs typeface="Arial" panose="020B0604020202020204" pitchFamily="34" charset="0"/>
              </a:rPr>
              <a:t>R251 G201 B8      </a:t>
            </a:r>
          </a:p>
          <a:p>
            <a:pPr>
              <a:lnSpc>
                <a:spcPct val="100000"/>
              </a:lnSpc>
              <a:spcBef>
                <a:spcPts val="0"/>
              </a:spcBef>
            </a:pPr>
            <a:r>
              <a:rPr lang="en-US" sz="1000">
                <a:latin typeface="Arial" panose="020B0604020202020204" pitchFamily="34" charset="0"/>
                <a:cs typeface="Arial" panose="020B0604020202020204" pitchFamily="34" charset="0"/>
              </a:rPr>
              <a:t>HEX #FBC908</a:t>
            </a:r>
          </a:p>
          <a:p>
            <a:pPr>
              <a:lnSpc>
                <a:spcPct val="100000"/>
              </a:lnSpc>
              <a:spcBef>
                <a:spcPts val="0"/>
              </a:spcBef>
            </a:pPr>
            <a:r>
              <a:rPr lang="en-US" sz="1000">
                <a:latin typeface="Arial" panose="020B0604020202020204" pitchFamily="34" charset="0"/>
                <a:cs typeface="Arial" panose="020B0604020202020204" pitchFamily="34" charset="0"/>
              </a:rPr>
              <a:t>C2 M20 Y100 K0</a:t>
            </a:r>
          </a:p>
        </p:txBody>
      </p:sp>
      <p:sp>
        <p:nvSpPr>
          <p:cNvPr id="24" name="Text Placeholder 4">
            <a:extLst>
              <a:ext uri="{FF2B5EF4-FFF2-40B4-BE49-F238E27FC236}">
                <a16:creationId xmlns:a16="http://schemas.microsoft.com/office/drawing/2014/main" id="{0D4691B8-B730-4B8A-8132-DB3420DC90C2}"/>
              </a:ext>
            </a:extLst>
          </p:cNvPr>
          <p:cNvSpPr txBox="1">
            <a:spLocks/>
          </p:cNvSpPr>
          <p:nvPr/>
        </p:nvSpPr>
        <p:spPr>
          <a:xfrm>
            <a:off x="6706349" y="5019688"/>
            <a:ext cx="1549166" cy="981595"/>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nSpc>
                <a:spcPct val="100000"/>
              </a:lnSpc>
              <a:spcBef>
                <a:spcPts val="0"/>
              </a:spcBef>
            </a:pPr>
            <a:r>
              <a:rPr lang="en-US" sz="1000">
                <a:latin typeface="Arial" panose="020B0604020202020204" pitchFamily="34" charset="0"/>
                <a:cs typeface="Arial" panose="020B0604020202020204" pitchFamily="34" charset="0"/>
              </a:rPr>
              <a:t>Purple</a:t>
            </a:r>
          </a:p>
          <a:p>
            <a:pPr>
              <a:lnSpc>
                <a:spcPct val="100000"/>
              </a:lnSpc>
              <a:spcBef>
                <a:spcPts val="0"/>
              </a:spcBef>
            </a:pPr>
            <a:r>
              <a:rPr lang="en-US" sz="1000">
                <a:latin typeface="Arial" panose="020B0604020202020204" pitchFamily="34" charset="0"/>
                <a:cs typeface="Arial" panose="020B0604020202020204" pitchFamily="34" charset="0"/>
              </a:rPr>
              <a:t>R91 G97 B246       </a:t>
            </a:r>
          </a:p>
          <a:p>
            <a:pPr>
              <a:lnSpc>
                <a:spcPct val="100000"/>
              </a:lnSpc>
              <a:spcBef>
                <a:spcPts val="0"/>
              </a:spcBef>
            </a:pPr>
            <a:r>
              <a:rPr lang="en-US" sz="1000">
                <a:latin typeface="Arial" panose="020B0604020202020204" pitchFamily="34" charset="0"/>
                <a:cs typeface="Arial" panose="020B0604020202020204" pitchFamily="34" charset="0"/>
              </a:rPr>
              <a:t>HEX #5B61F6</a:t>
            </a:r>
          </a:p>
          <a:p>
            <a:pPr>
              <a:lnSpc>
                <a:spcPct val="100000"/>
              </a:lnSpc>
              <a:spcBef>
                <a:spcPts val="0"/>
              </a:spcBef>
            </a:pPr>
            <a:r>
              <a:rPr lang="en-US" sz="1000">
                <a:latin typeface="Arial" panose="020B0604020202020204" pitchFamily="34" charset="0"/>
                <a:cs typeface="Arial" panose="020B0604020202020204" pitchFamily="34" charset="0"/>
              </a:rPr>
              <a:t>C72 M66 Y0 K0</a:t>
            </a:r>
          </a:p>
        </p:txBody>
      </p:sp>
      <p:sp>
        <p:nvSpPr>
          <p:cNvPr id="26" name="Oval 25">
            <a:extLst>
              <a:ext uri="{FF2B5EF4-FFF2-40B4-BE49-F238E27FC236}">
                <a16:creationId xmlns:a16="http://schemas.microsoft.com/office/drawing/2014/main" id="{2E56E513-AD9A-4576-A88C-AACD119DB1C2}"/>
              </a:ext>
            </a:extLst>
          </p:cNvPr>
          <p:cNvSpPr/>
          <p:nvPr/>
        </p:nvSpPr>
        <p:spPr>
          <a:xfrm>
            <a:off x="6706349" y="2007394"/>
            <a:ext cx="837127" cy="837127"/>
          </a:xfrm>
          <a:prstGeom prst="ellipse">
            <a:avLst/>
          </a:prstGeom>
          <a:solidFill>
            <a:srgbClr val="0229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7" name="Oval 26">
            <a:extLst>
              <a:ext uri="{FF2B5EF4-FFF2-40B4-BE49-F238E27FC236}">
                <a16:creationId xmlns:a16="http://schemas.microsoft.com/office/drawing/2014/main" id="{EB0E43CE-23D9-4577-B98D-1626C67D5A0E}"/>
              </a:ext>
            </a:extLst>
          </p:cNvPr>
          <p:cNvSpPr/>
          <p:nvPr/>
        </p:nvSpPr>
        <p:spPr>
          <a:xfrm>
            <a:off x="8512377" y="2007394"/>
            <a:ext cx="837127" cy="837127"/>
          </a:xfrm>
          <a:prstGeom prst="ellipse">
            <a:avLst/>
          </a:prstGeom>
          <a:solidFill>
            <a:srgbClr val="066B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9" name="Text Placeholder 4">
            <a:extLst>
              <a:ext uri="{FF2B5EF4-FFF2-40B4-BE49-F238E27FC236}">
                <a16:creationId xmlns:a16="http://schemas.microsoft.com/office/drawing/2014/main" id="{98686823-9DEE-4825-8617-17BBD355B0AE}"/>
              </a:ext>
            </a:extLst>
          </p:cNvPr>
          <p:cNvSpPr txBox="1">
            <a:spLocks/>
          </p:cNvSpPr>
          <p:nvPr/>
        </p:nvSpPr>
        <p:spPr>
          <a:xfrm>
            <a:off x="6706349" y="3040553"/>
            <a:ext cx="1549166" cy="981595"/>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nSpc>
                <a:spcPct val="100000"/>
              </a:lnSpc>
              <a:spcBef>
                <a:spcPts val="0"/>
              </a:spcBef>
            </a:pPr>
            <a:r>
              <a:rPr lang="en-US" sz="1000">
                <a:latin typeface="Arial" panose="020B0604020202020204" pitchFamily="34" charset="0"/>
                <a:cs typeface="Arial" panose="020B0604020202020204" pitchFamily="34" charset="0"/>
              </a:rPr>
              <a:t>Dark Blue</a:t>
            </a:r>
          </a:p>
          <a:p>
            <a:pPr>
              <a:lnSpc>
                <a:spcPct val="100000"/>
              </a:lnSpc>
              <a:spcBef>
                <a:spcPts val="0"/>
              </a:spcBef>
            </a:pPr>
            <a:r>
              <a:rPr lang="en-US" sz="1000">
                <a:latin typeface="Arial" panose="020B0604020202020204" pitchFamily="34" charset="0"/>
                <a:cs typeface="Arial" panose="020B0604020202020204" pitchFamily="34" charset="0"/>
              </a:rPr>
              <a:t>R1 G36 B142      </a:t>
            </a:r>
          </a:p>
          <a:p>
            <a:pPr>
              <a:lnSpc>
                <a:spcPct val="100000"/>
              </a:lnSpc>
              <a:spcBef>
                <a:spcPts val="0"/>
              </a:spcBef>
            </a:pPr>
            <a:r>
              <a:rPr lang="en-US" sz="1000">
                <a:latin typeface="Arial" panose="020B0604020202020204" pitchFamily="34" charset="0"/>
                <a:cs typeface="Arial" panose="020B0604020202020204" pitchFamily="34" charset="0"/>
              </a:rPr>
              <a:t>HEX #01248E</a:t>
            </a:r>
          </a:p>
          <a:p>
            <a:pPr>
              <a:lnSpc>
                <a:spcPct val="100000"/>
              </a:lnSpc>
              <a:spcBef>
                <a:spcPts val="0"/>
              </a:spcBef>
            </a:pPr>
            <a:r>
              <a:rPr lang="en-US" sz="1000">
                <a:latin typeface="Arial" panose="020B0604020202020204" pitchFamily="34" charset="0"/>
                <a:cs typeface="Arial" panose="020B0604020202020204" pitchFamily="34" charset="0"/>
              </a:rPr>
              <a:t>C100 M94 Y11 K5   </a:t>
            </a:r>
          </a:p>
        </p:txBody>
      </p:sp>
      <p:sp>
        <p:nvSpPr>
          <p:cNvPr id="30" name="Text Placeholder 4">
            <a:extLst>
              <a:ext uri="{FF2B5EF4-FFF2-40B4-BE49-F238E27FC236}">
                <a16:creationId xmlns:a16="http://schemas.microsoft.com/office/drawing/2014/main" id="{AFC8AC1A-E3E2-432F-B303-84BF080C8340}"/>
              </a:ext>
            </a:extLst>
          </p:cNvPr>
          <p:cNvSpPr txBox="1">
            <a:spLocks/>
          </p:cNvSpPr>
          <p:nvPr/>
        </p:nvSpPr>
        <p:spPr>
          <a:xfrm>
            <a:off x="8512377" y="3040553"/>
            <a:ext cx="1549166" cy="981595"/>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nSpc>
                <a:spcPct val="100000"/>
              </a:lnSpc>
              <a:spcBef>
                <a:spcPts val="0"/>
              </a:spcBef>
            </a:pPr>
            <a:r>
              <a:rPr lang="en-US" sz="1000">
                <a:latin typeface="Arial" panose="020B0604020202020204" pitchFamily="34" charset="0"/>
                <a:cs typeface="Arial" panose="020B0604020202020204" pitchFamily="34" charset="0"/>
              </a:rPr>
              <a:t>Medium Blue</a:t>
            </a:r>
          </a:p>
          <a:p>
            <a:pPr>
              <a:lnSpc>
                <a:spcPct val="100000"/>
              </a:lnSpc>
              <a:spcBef>
                <a:spcPts val="0"/>
              </a:spcBef>
            </a:pPr>
            <a:r>
              <a:rPr lang="en-US" sz="1000">
                <a:latin typeface="Arial" panose="020B0604020202020204" pitchFamily="34" charset="0"/>
                <a:cs typeface="Arial" panose="020B0604020202020204" pitchFamily="34" charset="0"/>
              </a:rPr>
              <a:t>R6 G107 B193       </a:t>
            </a:r>
          </a:p>
          <a:p>
            <a:pPr>
              <a:lnSpc>
                <a:spcPct val="100000"/>
              </a:lnSpc>
              <a:spcBef>
                <a:spcPts val="0"/>
              </a:spcBef>
            </a:pPr>
            <a:r>
              <a:rPr lang="en-US" sz="1000">
                <a:latin typeface="Arial" panose="020B0604020202020204" pitchFamily="34" charset="0"/>
                <a:cs typeface="Arial" panose="020B0604020202020204" pitchFamily="34" charset="0"/>
              </a:rPr>
              <a:t>HEX #066BC1</a:t>
            </a:r>
          </a:p>
          <a:p>
            <a:pPr>
              <a:lnSpc>
                <a:spcPct val="100000"/>
              </a:lnSpc>
              <a:spcBef>
                <a:spcPts val="0"/>
              </a:spcBef>
            </a:pPr>
            <a:r>
              <a:rPr lang="en-US" sz="1000">
                <a:latin typeface="Arial" panose="020B0604020202020204" pitchFamily="34" charset="0"/>
                <a:cs typeface="Arial" panose="020B0604020202020204" pitchFamily="34" charset="0"/>
              </a:rPr>
              <a:t>C87 M58 Y0 K0    </a:t>
            </a:r>
          </a:p>
        </p:txBody>
      </p:sp>
      <p:sp>
        <p:nvSpPr>
          <p:cNvPr id="2" name="Title 1">
            <a:extLst>
              <a:ext uri="{FF2B5EF4-FFF2-40B4-BE49-F238E27FC236}">
                <a16:creationId xmlns:a16="http://schemas.microsoft.com/office/drawing/2014/main" id="{966C4BFD-F04C-7105-01EE-F40D1B7D6F86}"/>
              </a:ext>
            </a:extLst>
          </p:cNvPr>
          <p:cNvSpPr>
            <a:spLocks noGrp="1"/>
          </p:cNvSpPr>
          <p:nvPr>
            <p:ph type="title"/>
          </p:nvPr>
        </p:nvSpPr>
        <p:spPr/>
        <p:txBody>
          <a:bodyPr/>
          <a:lstStyle/>
          <a:p>
            <a:pPr algn="l"/>
            <a:r>
              <a:rPr lang="en-US"/>
              <a:t>Color Palette: </a:t>
            </a:r>
            <a:r>
              <a:rPr lang="en-US">
                <a:solidFill>
                  <a:schemeClr val="accent1"/>
                </a:solidFill>
              </a:rPr>
              <a:t>Accent</a:t>
            </a:r>
            <a:br>
              <a:rPr lang="en-US">
                <a:solidFill>
                  <a:schemeClr val="accent1"/>
                </a:solidFill>
              </a:rPr>
            </a:br>
            <a:endParaRPr lang="en-US"/>
          </a:p>
        </p:txBody>
      </p:sp>
      <p:sp>
        <p:nvSpPr>
          <p:cNvPr id="4" name="Content Placeholder 2">
            <a:extLst>
              <a:ext uri="{FF2B5EF4-FFF2-40B4-BE49-F238E27FC236}">
                <a16:creationId xmlns:a16="http://schemas.microsoft.com/office/drawing/2014/main" id="{2BAD299D-8E4A-4E89-846E-7C1FEB8C830C}"/>
              </a:ext>
            </a:extLst>
          </p:cNvPr>
          <p:cNvSpPr>
            <a:spLocks noGrp="1"/>
          </p:cNvSpPr>
          <p:nvPr>
            <p:ph idx="1"/>
          </p:nvPr>
        </p:nvSpPr>
        <p:spPr>
          <a:xfrm>
            <a:off x="838200" y="1773382"/>
            <a:ext cx="4152654" cy="4075211"/>
          </a:xfrm>
        </p:spPr>
        <p:txBody>
          <a:bodyPr>
            <a:noAutofit/>
          </a:bodyPr>
          <a:lstStyle/>
          <a:p>
            <a:r>
              <a:rPr lang="en-US" sz="1800">
                <a:solidFill>
                  <a:schemeClr val="tx1"/>
                </a:solidFill>
              </a:rPr>
              <a:t>We use color in an organized way to express the brand idea and support or emphasize messages in communications. </a:t>
            </a:r>
          </a:p>
          <a:p>
            <a:endParaRPr lang="en-US" sz="1800">
              <a:solidFill>
                <a:schemeClr val="tx1"/>
              </a:solidFill>
            </a:endParaRPr>
          </a:p>
          <a:p>
            <a:r>
              <a:rPr lang="en-US" sz="1800">
                <a:solidFill>
                  <a:schemeClr val="tx1"/>
                </a:solidFill>
              </a:rPr>
              <a:t>Accent colors are selected to work well with the primary logo colors. They are used for backgrounds and graphic elements if the primary colors are not used.  We use our standout color, yellow, to invoke action (i.e. buttons).  </a:t>
            </a:r>
          </a:p>
        </p:txBody>
      </p:sp>
      <p:sp>
        <p:nvSpPr>
          <p:cNvPr id="14" name="Oval 13">
            <a:extLst>
              <a:ext uri="{FF2B5EF4-FFF2-40B4-BE49-F238E27FC236}">
                <a16:creationId xmlns:a16="http://schemas.microsoft.com/office/drawing/2014/main" id="{3C1E5A77-9345-4D9E-A73F-AA2C8F3DDC62}"/>
              </a:ext>
            </a:extLst>
          </p:cNvPr>
          <p:cNvSpPr/>
          <p:nvPr/>
        </p:nvSpPr>
        <p:spPr>
          <a:xfrm>
            <a:off x="10348885" y="3976884"/>
            <a:ext cx="837127" cy="837127"/>
          </a:xfrm>
          <a:prstGeom prst="ellipse">
            <a:avLst/>
          </a:prstGeom>
          <a:solidFill>
            <a:srgbClr val="E77A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5" name="Text Placeholder 4">
            <a:extLst>
              <a:ext uri="{FF2B5EF4-FFF2-40B4-BE49-F238E27FC236}">
                <a16:creationId xmlns:a16="http://schemas.microsoft.com/office/drawing/2014/main" id="{DC940151-7FD4-4C65-A793-7607BAA94CE2}"/>
              </a:ext>
            </a:extLst>
          </p:cNvPr>
          <p:cNvSpPr txBox="1">
            <a:spLocks/>
          </p:cNvSpPr>
          <p:nvPr/>
        </p:nvSpPr>
        <p:spPr>
          <a:xfrm>
            <a:off x="10348885" y="5010044"/>
            <a:ext cx="1549166" cy="981595"/>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nSpc>
                <a:spcPct val="100000"/>
              </a:lnSpc>
              <a:spcBef>
                <a:spcPts val="0"/>
              </a:spcBef>
            </a:pPr>
            <a:r>
              <a:rPr lang="en-US" sz="1000">
                <a:latin typeface="Arial" panose="020B0604020202020204" pitchFamily="34" charset="0"/>
                <a:cs typeface="Arial" panose="020B0604020202020204" pitchFamily="34" charset="0"/>
              </a:rPr>
              <a:t>Orange</a:t>
            </a:r>
          </a:p>
          <a:p>
            <a:pPr>
              <a:lnSpc>
                <a:spcPct val="100000"/>
              </a:lnSpc>
              <a:spcBef>
                <a:spcPts val="0"/>
              </a:spcBef>
            </a:pPr>
            <a:r>
              <a:rPr lang="en-US" sz="1000">
                <a:latin typeface="Arial" panose="020B0604020202020204" pitchFamily="34" charset="0"/>
                <a:cs typeface="Arial" panose="020B0604020202020204" pitchFamily="34" charset="0"/>
              </a:rPr>
              <a:t>R231 G122 B60      </a:t>
            </a:r>
          </a:p>
          <a:p>
            <a:pPr>
              <a:lnSpc>
                <a:spcPct val="100000"/>
              </a:lnSpc>
              <a:spcBef>
                <a:spcPts val="0"/>
              </a:spcBef>
            </a:pPr>
            <a:r>
              <a:rPr lang="en-US" sz="1000">
                <a:latin typeface="Arial" panose="020B0604020202020204" pitchFamily="34" charset="0"/>
                <a:cs typeface="Arial" panose="020B0604020202020204" pitchFamily="34" charset="0"/>
              </a:rPr>
              <a:t>HEX #E77A3C</a:t>
            </a:r>
          </a:p>
          <a:p>
            <a:pPr>
              <a:lnSpc>
                <a:spcPct val="100000"/>
              </a:lnSpc>
              <a:spcBef>
                <a:spcPts val="0"/>
              </a:spcBef>
            </a:pPr>
            <a:r>
              <a:rPr lang="en-US" sz="1000">
                <a:latin typeface="Arial" panose="020B0604020202020204" pitchFamily="34" charset="0"/>
                <a:cs typeface="Arial" panose="020B0604020202020204" pitchFamily="34" charset="0"/>
              </a:rPr>
              <a:t>C6 M64 Y87 K0     </a:t>
            </a:r>
          </a:p>
        </p:txBody>
      </p:sp>
      <p:sp>
        <p:nvSpPr>
          <p:cNvPr id="16" name="Oval 15">
            <a:extLst>
              <a:ext uri="{FF2B5EF4-FFF2-40B4-BE49-F238E27FC236}">
                <a16:creationId xmlns:a16="http://schemas.microsoft.com/office/drawing/2014/main" id="{3833A57C-7D93-46F2-9EA9-54754F5B2529}"/>
              </a:ext>
            </a:extLst>
          </p:cNvPr>
          <p:cNvSpPr/>
          <p:nvPr/>
        </p:nvSpPr>
        <p:spPr>
          <a:xfrm>
            <a:off x="10348885" y="1997750"/>
            <a:ext cx="837127" cy="837127"/>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7" name="Text Placeholder 4">
            <a:extLst>
              <a:ext uri="{FF2B5EF4-FFF2-40B4-BE49-F238E27FC236}">
                <a16:creationId xmlns:a16="http://schemas.microsoft.com/office/drawing/2014/main" id="{1EBFD309-2B54-4498-827A-1FD5ABA5F0BB}"/>
              </a:ext>
            </a:extLst>
          </p:cNvPr>
          <p:cNvSpPr txBox="1">
            <a:spLocks/>
          </p:cNvSpPr>
          <p:nvPr/>
        </p:nvSpPr>
        <p:spPr>
          <a:xfrm>
            <a:off x="10348885" y="3030909"/>
            <a:ext cx="1549166" cy="981595"/>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nSpc>
                <a:spcPct val="100000"/>
              </a:lnSpc>
              <a:spcBef>
                <a:spcPts val="0"/>
              </a:spcBef>
            </a:pPr>
            <a:r>
              <a:rPr lang="en-US" sz="1000">
                <a:latin typeface="Arial" panose="020B0604020202020204" pitchFamily="34" charset="0"/>
                <a:cs typeface="Arial" panose="020B0604020202020204" pitchFamily="34" charset="0"/>
              </a:rPr>
              <a:t>Pale Blue</a:t>
            </a:r>
          </a:p>
          <a:p>
            <a:pPr>
              <a:lnSpc>
                <a:spcPct val="100000"/>
              </a:lnSpc>
              <a:spcBef>
                <a:spcPts val="0"/>
              </a:spcBef>
            </a:pPr>
            <a:r>
              <a:rPr lang="en-US" sz="1000">
                <a:latin typeface="Arial" panose="020B0604020202020204" pitchFamily="34" charset="0"/>
                <a:cs typeface="Arial" panose="020B0604020202020204" pitchFamily="34" charset="0"/>
              </a:rPr>
              <a:t>R228 G243 B251       </a:t>
            </a:r>
          </a:p>
          <a:p>
            <a:pPr>
              <a:lnSpc>
                <a:spcPct val="100000"/>
              </a:lnSpc>
              <a:spcBef>
                <a:spcPts val="0"/>
              </a:spcBef>
            </a:pPr>
            <a:r>
              <a:rPr lang="en-US" sz="1000">
                <a:latin typeface="Arial" panose="020B0604020202020204" pitchFamily="34" charset="0"/>
                <a:cs typeface="Arial" panose="020B0604020202020204" pitchFamily="34" charset="0"/>
              </a:rPr>
              <a:t>HEX #E4F3FB </a:t>
            </a:r>
          </a:p>
          <a:p>
            <a:pPr>
              <a:lnSpc>
                <a:spcPct val="100000"/>
              </a:lnSpc>
              <a:spcBef>
                <a:spcPts val="0"/>
              </a:spcBef>
            </a:pPr>
            <a:r>
              <a:rPr lang="en-US" sz="1000">
                <a:latin typeface="Arial" panose="020B0604020202020204" pitchFamily="34" charset="0"/>
                <a:cs typeface="Arial" panose="020B0604020202020204" pitchFamily="34" charset="0"/>
              </a:rPr>
              <a:t>C9 M0 Y0 K0    </a:t>
            </a:r>
          </a:p>
        </p:txBody>
      </p:sp>
    </p:spTree>
    <p:extLst>
      <p:ext uri="{BB962C8B-B14F-4D97-AF65-F5344CB8AC3E}">
        <p14:creationId xmlns:p14="http://schemas.microsoft.com/office/powerpoint/2010/main" val="4057709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3B4BE-6E03-6A7C-2E79-70F02B91BC3F}"/>
              </a:ext>
            </a:extLst>
          </p:cNvPr>
          <p:cNvSpPr>
            <a:spLocks noGrp="1"/>
          </p:cNvSpPr>
          <p:nvPr>
            <p:ph type="title"/>
          </p:nvPr>
        </p:nvSpPr>
        <p:spPr/>
        <p:txBody>
          <a:bodyPr/>
          <a:lstStyle/>
          <a:p>
            <a:r>
              <a:rPr lang="en-US"/>
              <a:t>Brand Attribution Guidelines</a:t>
            </a:r>
          </a:p>
        </p:txBody>
      </p:sp>
      <p:sp>
        <p:nvSpPr>
          <p:cNvPr id="4" name="Footer Placeholder 3">
            <a:extLst>
              <a:ext uri="{FF2B5EF4-FFF2-40B4-BE49-F238E27FC236}">
                <a16:creationId xmlns:a16="http://schemas.microsoft.com/office/drawing/2014/main" id="{3ABBAC30-50A9-76B9-E79F-EA28344829B3}"/>
              </a:ext>
            </a:extLst>
          </p:cNvPr>
          <p:cNvSpPr>
            <a:spLocks noGrp="1"/>
          </p:cNvSpPr>
          <p:nvPr>
            <p:ph type="ftr" sz="quarter" idx="3"/>
          </p:nvPr>
        </p:nvSpPr>
        <p:spPr/>
        <p:txBody>
          <a:bodyPr/>
          <a:lstStyle/>
          <a:p>
            <a:r>
              <a:rPr lang="en-US"/>
              <a:t>© Kno2. All rights reserved.</a:t>
            </a:r>
          </a:p>
        </p:txBody>
      </p:sp>
      <p:sp>
        <p:nvSpPr>
          <p:cNvPr id="5" name="Slide Number Placeholder 4">
            <a:extLst>
              <a:ext uri="{FF2B5EF4-FFF2-40B4-BE49-F238E27FC236}">
                <a16:creationId xmlns:a16="http://schemas.microsoft.com/office/drawing/2014/main" id="{A7987B38-CB8F-3B22-BF9E-D8B3DF3297B1}"/>
              </a:ext>
            </a:extLst>
          </p:cNvPr>
          <p:cNvSpPr>
            <a:spLocks noGrp="1"/>
          </p:cNvSpPr>
          <p:nvPr>
            <p:ph type="sldNum" sz="quarter" idx="4"/>
          </p:nvPr>
        </p:nvSpPr>
        <p:spPr/>
        <p:txBody>
          <a:bodyPr/>
          <a:lstStyle/>
          <a:p>
            <a:fld id="{1B9B3185-E874-A849-A012-27E7860D5320}" type="slidenum">
              <a:rPr lang="en-US" smtClean="0"/>
              <a:pPr/>
              <a:t>8</a:t>
            </a:fld>
            <a:endParaRPr lang="en-US"/>
          </a:p>
        </p:txBody>
      </p:sp>
      <p:sp>
        <p:nvSpPr>
          <p:cNvPr id="7" name="Text Placeholder 12">
            <a:extLst>
              <a:ext uri="{FF2B5EF4-FFF2-40B4-BE49-F238E27FC236}">
                <a16:creationId xmlns:a16="http://schemas.microsoft.com/office/drawing/2014/main" id="{F1236317-AEA1-AA68-DE0B-BC5D368F015F}"/>
              </a:ext>
            </a:extLst>
          </p:cNvPr>
          <p:cNvSpPr txBox="1">
            <a:spLocks/>
          </p:cNvSpPr>
          <p:nvPr/>
        </p:nvSpPr>
        <p:spPr>
          <a:xfrm>
            <a:off x="662708" y="1644515"/>
            <a:ext cx="10891983" cy="4466917"/>
          </a:xfrm>
          <a:prstGeom prst="rect">
            <a:avLst/>
          </a:prstGeom>
        </p:spPr>
        <p:txBody>
          <a:bodyPr numCol="2" spcCol="457200"/>
          <a:lstStyle>
            <a:lvl1pPr marL="0" marR="0" indent="0" algn="l" defTabSz="825500" rtl="0" latinLnBrk="0">
              <a:lnSpc>
                <a:spcPct val="100000"/>
              </a:lnSpc>
              <a:spcBef>
                <a:spcPts val="0"/>
              </a:spcBef>
              <a:spcAft>
                <a:spcPts val="0"/>
              </a:spcAft>
              <a:buClrTx/>
              <a:buSzTx/>
              <a:buFont typeface="Arial" panose="020B0604020202020204" pitchFamily="34" charset="0"/>
              <a:buNone/>
              <a:tabLst/>
              <a:defRPr kumimoji="0" lang="en-US" sz="4400" b="0" i="0" u="none" strike="noStrike" kern="1200" cap="none" spc="0" normalizeH="0" baseline="0" dirty="0" smtClean="0">
                <a:ln>
                  <a:noFill/>
                </a:ln>
                <a:solidFill>
                  <a:schemeClr val="tx2"/>
                </a:solidFill>
                <a:effectLst/>
                <a:uFillTx/>
                <a:latin typeface="Arial" panose="020B0604020202020204" pitchFamily="34" charset="0"/>
                <a:ea typeface="Helvetica Neue"/>
                <a:cs typeface="Arial" panose="020B0604020202020204" pitchFamily="34" charset="0"/>
                <a:sym typeface="Helvetica Neue"/>
              </a:defRPr>
            </a:lvl1pPr>
            <a:lvl2pPr marL="571500" marR="0" indent="-571500" algn="l" defTabSz="825500" rtl="0" latinLnBrk="0">
              <a:lnSpc>
                <a:spcPct val="100000"/>
              </a:lnSpc>
              <a:spcBef>
                <a:spcPts val="0"/>
              </a:spcBef>
              <a:spcAft>
                <a:spcPts val="0"/>
              </a:spcAft>
              <a:buClrTx/>
              <a:buSzTx/>
              <a:buFont typeface="Arial" panose="020B0604020202020204" pitchFamily="34" charset="0"/>
              <a:buChar char="•"/>
              <a:tabLst/>
              <a:defRPr kumimoji="0" lang="en-US" sz="4400" b="0" i="0" u="none" strike="noStrike" kern="1200" cap="none" spc="0" normalizeH="0" baseline="0" dirty="0" smtClean="0">
                <a:ln>
                  <a:noFill/>
                </a:ln>
                <a:solidFill>
                  <a:schemeClr val="tx2"/>
                </a:solidFill>
                <a:effectLst/>
                <a:uFillTx/>
                <a:latin typeface="Arial" panose="020B0604020202020204" pitchFamily="34" charset="0"/>
                <a:ea typeface="Helvetica Neue"/>
                <a:cs typeface="Arial" panose="020B0604020202020204" pitchFamily="34" charset="0"/>
                <a:sym typeface="Helvetica Neue"/>
              </a:defRPr>
            </a:lvl2pPr>
            <a:lvl3pPr marL="571500" marR="0" indent="-571500" algn="l" defTabSz="825500" rtl="0" latinLnBrk="0">
              <a:lnSpc>
                <a:spcPct val="100000"/>
              </a:lnSpc>
              <a:spcBef>
                <a:spcPts val="0"/>
              </a:spcBef>
              <a:spcAft>
                <a:spcPts val="0"/>
              </a:spcAft>
              <a:buClrTx/>
              <a:buSzTx/>
              <a:buFont typeface="Arial" panose="020B0604020202020204" pitchFamily="34" charset="0"/>
              <a:buChar char="•"/>
              <a:tabLst/>
              <a:defRPr kumimoji="0" lang="en-US" sz="4400" b="0" i="0" u="none" strike="noStrike" kern="1200" cap="none" spc="0" normalizeH="0" baseline="0" dirty="0" smtClean="0">
                <a:ln>
                  <a:noFill/>
                </a:ln>
                <a:solidFill>
                  <a:schemeClr val="tx2"/>
                </a:solidFill>
                <a:effectLst/>
                <a:uFillTx/>
                <a:latin typeface="Arial" panose="020B0604020202020204" pitchFamily="34" charset="0"/>
                <a:ea typeface="Helvetica Neue"/>
                <a:cs typeface="Arial" panose="020B0604020202020204" pitchFamily="34" charset="0"/>
                <a:sym typeface="Helvetica Neue"/>
              </a:defRPr>
            </a:lvl3pPr>
            <a:lvl4pPr marL="571500" marR="0" indent="-571500" algn="l" defTabSz="825500" rtl="0" latinLnBrk="0">
              <a:lnSpc>
                <a:spcPct val="100000"/>
              </a:lnSpc>
              <a:spcBef>
                <a:spcPts val="0"/>
              </a:spcBef>
              <a:spcAft>
                <a:spcPts val="0"/>
              </a:spcAft>
              <a:buClrTx/>
              <a:buSzTx/>
              <a:buFont typeface="Arial" panose="020B0604020202020204" pitchFamily="34" charset="0"/>
              <a:buChar char="•"/>
              <a:tabLst/>
              <a:defRPr kumimoji="0" lang="en-US" sz="4400" b="0" i="0" u="none" strike="noStrike" kern="1200" cap="none" spc="0" normalizeH="0" baseline="0" dirty="0" smtClean="0">
                <a:ln>
                  <a:noFill/>
                </a:ln>
                <a:solidFill>
                  <a:schemeClr val="tx2"/>
                </a:solidFill>
                <a:effectLst/>
                <a:uFillTx/>
                <a:latin typeface="Arial" panose="020B0604020202020204" pitchFamily="34" charset="0"/>
                <a:ea typeface="Helvetica Neue"/>
                <a:cs typeface="Arial" panose="020B0604020202020204" pitchFamily="34" charset="0"/>
                <a:sym typeface="Helvetica Neue"/>
              </a:defRPr>
            </a:lvl4pPr>
            <a:lvl5pPr marL="571500" marR="0" indent="-571500" algn="l" defTabSz="825500" rtl="0" latinLnBrk="0">
              <a:lnSpc>
                <a:spcPct val="100000"/>
              </a:lnSpc>
              <a:spcBef>
                <a:spcPts val="0"/>
              </a:spcBef>
              <a:spcAft>
                <a:spcPts val="0"/>
              </a:spcAft>
              <a:buClrTx/>
              <a:buSzTx/>
              <a:buFont typeface="Arial" panose="020B0604020202020204" pitchFamily="34" charset="0"/>
              <a:buChar char="•"/>
              <a:tabLst/>
              <a:defRPr kumimoji="0" lang="en-US" sz="4400" b="0" i="0" u="none" strike="noStrike" kern="1200" cap="none" spc="0" normalizeH="0" baseline="0" dirty="0">
                <a:ln>
                  <a:noFill/>
                </a:ln>
                <a:solidFill>
                  <a:schemeClr val="tx2"/>
                </a:solidFill>
                <a:effectLst/>
                <a:uFillTx/>
                <a:latin typeface="Arial" panose="020B0604020202020204" pitchFamily="34" charset="0"/>
                <a:ea typeface="Helvetica Neue"/>
                <a:cs typeface="Arial" panose="020B0604020202020204" pitchFamily="34" charset="0"/>
                <a:sym typeface="Helvetica Neue"/>
              </a:defRPr>
            </a:lvl5pPr>
            <a:lvl6pPr marL="0" marR="0" indent="355600" algn="ctr" defTabSz="825500"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Helvetica Neue"/>
                <a:ea typeface="Helvetica Neue"/>
                <a:cs typeface="Helvetica Neue"/>
                <a:sym typeface="Helvetica Neue"/>
              </a:defRPr>
            </a:lvl6pPr>
            <a:lvl7pPr marL="0" marR="0" indent="711200" algn="ctr" defTabSz="825500"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Helvetica Neue"/>
                <a:ea typeface="Helvetica Neue"/>
                <a:cs typeface="Helvetica Neue"/>
                <a:sym typeface="Helvetica Neue"/>
              </a:defRPr>
            </a:lvl7pPr>
            <a:lvl8pPr marL="0" marR="0" indent="1066800" algn="ctr" defTabSz="825500"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Helvetica Neue"/>
                <a:ea typeface="Helvetica Neue"/>
                <a:cs typeface="Helvetica Neue"/>
                <a:sym typeface="Helvetica Neue"/>
              </a:defRPr>
            </a:lvl8pPr>
            <a:lvl9pPr marL="0" marR="0" indent="1422400" algn="ctr" defTabSz="825500"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Helvetica Neue"/>
                <a:ea typeface="Helvetica Neue"/>
                <a:cs typeface="Helvetica Neue"/>
                <a:sym typeface="Helvetica Neue"/>
              </a:defRPr>
            </a:lvl9pPr>
          </a:lstStyle>
          <a:p>
            <a:pPr marL="0" marR="0" lvl="0" indent="0" algn="l" defTabSz="8255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t>Brand attribution guidelines apply to Kno2 partners.</a:t>
            </a:r>
          </a:p>
          <a:p>
            <a:pPr marL="0" marR="0" lvl="0" indent="0" algn="l" defTabSz="825500" rtl="0" eaLnBrk="1" fontAlgn="auto" latinLnBrk="0" hangingPunct="1">
              <a:lnSpc>
                <a:spcPct val="100000"/>
              </a:lnSpc>
              <a:spcBef>
                <a:spcPts val="0"/>
              </a:spcBef>
              <a:spcAft>
                <a:spcPts val="0"/>
              </a:spcAft>
              <a:buClrTx/>
              <a:buSzTx/>
              <a:buFont typeface="Arial" panose="020B0604020202020204" pitchFamily="34" charset="0"/>
              <a:buNone/>
              <a:tabLst/>
              <a:defRPr/>
            </a:pPr>
            <a:br>
              <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br>
            <a:r>
              <a:rPr kumimoji="0" lang="en-US" sz="1600" b="1"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t>Integration Partners </a:t>
            </a:r>
            <a:r>
              <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t>may include, but are not limited to EHRs, digital health platforms, patient engagement applications, proprietary networks, as well as office technology partners where Kno2 is made available through an integrated experience or application on or within another device.</a:t>
            </a:r>
          </a:p>
          <a:p>
            <a:pPr marL="0" marR="0" lvl="0" indent="0" algn="l" defTabSz="8255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endParaRPr>
          </a:p>
          <a:p>
            <a:pPr marL="0" marR="0" lvl="0" indent="0" algn="l" defTabSz="8255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t>In rare instances, Kno2 contracts with organizations </a:t>
            </a:r>
            <a:br>
              <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br>
            <a:r>
              <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t>who become </a:t>
            </a:r>
            <a:r>
              <a:rPr lang="en-US" sz="1600" b="1">
                <a:solidFill>
                  <a:srgbClr val="595959"/>
                </a:solidFill>
              </a:rPr>
              <a:t>Private</a:t>
            </a:r>
            <a:r>
              <a:rPr kumimoji="0" lang="en-US" sz="1600" b="1"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t> Label Partners</a:t>
            </a:r>
            <a:r>
              <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t>. </a:t>
            </a:r>
          </a:p>
          <a:p>
            <a:pPr marL="0" marR="0" lvl="0" indent="0" algn="l" defTabSz="8255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endParaRPr>
          </a:p>
          <a:p>
            <a:pPr marL="0" marR="0" lvl="0" indent="0" algn="l" defTabSz="8255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t>Please refer to the appropriate brand attribution section(s) based on the partnership.  </a:t>
            </a:r>
          </a:p>
          <a:p>
            <a:pPr marL="0" marR="0" lvl="0" indent="0" algn="l" defTabSz="8255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endParaRPr>
          </a:p>
          <a:p>
            <a:pPr marL="0" marR="0" lvl="0" indent="0" algn="l" defTabSz="8255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endParaRPr>
          </a:p>
          <a:p>
            <a:pPr marL="0" marR="0" lvl="0" indent="0" algn="l" defTabSz="8255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endParaRPr>
          </a:p>
          <a:p>
            <a:pPr marL="0" marR="0" lvl="0" indent="0" algn="l" defTabSz="8255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t>Our objectives are simple: </a:t>
            </a:r>
          </a:p>
          <a:p>
            <a:pPr marL="573088" marR="0" lvl="0" indent="-288925" algn="l" defTabSz="8255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t>Brand attribution to Kno2 for the functionality</a:t>
            </a:r>
          </a:p>
          <a:p>
            <a:pPr marL="573088" marR="0" lvl="0" indent="-288925" algn="l" defTabSz="8255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t>Brand attribution to our partner for creating the integrated experience using Kno2’s Communication API.</a:t>
            </a:r>
          </a:p>
          <a:p>
            <a:pPr marL="573088" marR="0" lvl="0" indent="-288925" algn="l" defTabSz="8255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t>Consistent messaging to ensure Kno2 remains in good standing with the network membership organizations. </a:t>
            </a:r>
          </a:p>
          <a:p>
            <a:pPr marL="0" marR="0" lvl="0" indent="0" algn="l" defTabSz="8255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endParaRPr>
          </a:p>
          <a:p>
            <a:pPr marL="0" marR="0" lvl="0" indent="0" algn="l" defTabSz="8255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t>The four basic requirements for Kno2 mark still apply:</a:t>
            </a:r>
          </a:p>
          <a:p>
            <a:pPr marL="688975" marR="0" lvl="1" indent="-404813" algn="l" defTabSz="8255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t>Adhering strictly to logo-color usage</a:t>
            </a:r>
          </a:p>
          <a:p>
            <a:pPr marL="688975" marR="0" lvl="1" indent="-404813" algn="l" defTabSz="8255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t>Observing minimum clear space </a:t>
            </a:r>
          </a:p>
          <a:p>
            <a:pPr marL="688975" marR="0" lvl="1" indent="-404813" algn="l" defTabSz="8255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t>Being aware of minimum reproduction sizes</a:t>
            </a:r>
          </a:p>
          <a:p>
            <a:pPr marL="688975" marR="0" lvl="1" indent="-404813" algn="l" defTabSz="8255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rPr>
              <a:t>Placing the logo or reference prominently</a:t>
            </a:r>
          </a:p>
          <a:p>
            <a:pPr marL="0" marR="0" lvl="0" indent="0" algn="l" defTabSz="8255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600" b="0" i="0" u="none" strike="noStrike" kern="1200" cap="none" spc="0" normalizeH="0" baseline="0" noProof="0">
              <a:ln>
                <a:noFill/>
              </a:ln>
              <a:solidFill>
                <a:srgbClr val="595959"/>
              </a:solidFill>
              <a:effectLst/>
              <a:uLnTx/>
              <a:uFillTx/>
              <a:latin typeface="Arial" panose="020B0604020202020204" pitchFamily="34" charset="0"/>
              <a:cs typeface="Arial" panose="020B0604020202020204" pitchFamily="34" charset="0"/>
              <a:sym typeface="Helvetica Neue"/>
            </a:endParaRPr>
          </a:p>
        </p:txBody>
      </p:sp>
    </p:spTree>
    <p:extLst>
      <p:ext uri="{BB962C8B-B14F-4D97-AF65-F5344CB8AC3E}">
        <p14:creationId xmlns:p14="http://schemas.microsoft.com/office/powerpoint/2010/main" val="2512228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8F21E-0EC2-46C9-6F02-347C5417C40B}"/>
              </a:ext>
            </a:extLst>
          </p:cNvPr>
          <p:cNvSpPr>
            <a:spLocks noGrp="1"/>
          </p:cNvSpPr>
          <p:nvPr>
            <p:ph type="title"/>
          </p:nvPr>
        </p:nvSpPr>
        <p:spPr/>
        <p:txBody>
          <a:bodyPr/>
          <a:lstStyle/>
          <a:p>
            <a:pPr algn="l"/>
            <a:r>
              <a:rPr lang="en-US"/>
              <a:t>Color Palette: </a:t>
            </a:r>
            <a:r>
              <a:rPr lang="en-US">
                <a:solidFill>
                  <a:schemeClr val="accent1"/>
                </a:solidFill>
              </a:rPr>
              <a:t>Support</a:t>
            </a:r>
            <a:endParaRPr lang="en-US"/>
          </a:p>
        </p:txBody>
      </p:sp>
      <p:sp>
        <p:nvSpPr>
          <p:cNvPr id="4" name="Content Placeholder 2">
            <a:extLst>
              <a:ext uri="{FF2B5EF4-FFF2-40B4-BE49-F238E27FC236}">
                <a16:creationId xmlns:a16="http://schemas.microsoft.com/office/drawing/2014/main" id="{2BAD299D-8E4A-4E89-846E-7C1FEB8C830C}"/>
              </a:ext>
            </a:extLst>
          </p:cNvPr>
          <p:cNvSpPr>
            <a:spLocks noGrp="1"/>
          </p:cNvSpPr>
          <p:nvPr>
            <p:ph idx="1"/>
          </p:nvPr>
        </p:nvSpPr>
        <p:spPr>
          <a:xfrm>
            <a:off x="838200" y="1773382"/>
            <a:ext cx="4028954" cy="4075211"/>
          </a:xfrm>
        </p:spPr>
        <p:txBody>
          <a:bodyPr>
            <a:normAutofit/>
          </a:bodyPr>
          <a:lstStyle/>
          <a:p>
            <a:r>
              <a:rPr lang="en-US" sz="1800">
                <a:solidFill>
                  <a:schemeClr val="tx1"/>
                </a:solidFill>
              </a:rPr>
              <a:t>There are three support colors: black, grey, and white.  Black is generally used for body text and for text in information graphics or illustrations. Grey is typically used for subtitles and captions. White is used as a background color or to create a reverse text, which may be placed on a background made up of the primary or secondary colors.</a:t>
            </a:r>
          </a:p>
        </p:txBody>
      </p:sp>
      <p:grpSp>
        <p:nvGrpSpPr>
          <p:cNvPr id="15" name="Group 14">
            <a:extLst>
              <a:ext uri="{FF2B5EF4-FFF2-40B4-BE49-F238E27FC236}">
                <a16:creationId xmlns:a16="http://schemas.microsoft.com/office/drawing/2014/main" id="{BCDE59A3-CA44-4C79-B8E0-EED5843A5231}"/>
              </a:ext>
            </a:extLst>
          </p:cNvPr>
          <p:cNvGrpSpPr>
            <a:grpSpLocks noChangeAspect="1"/>
          </p:cNvGrpSpPr>
          <p:nvPr/>
        </p:nvGrpSpPr>
        <p:grpSpPr>
          <a:xfrm>
            <a:off x="5966174" y="1919208"/>
            <a:ext cx="5852337" cy="2025886"/>
            <a:chOff x="5804265" y="1825625"/>
            <a:chExt cx="6357428" cy="2200732"/>
          </a:xfrm>
        </p:grpSpPr>
        <p:sp>
          <p:nvSpPr>
            <p:cNvPr id="16" name="Text Placeholder 4">
              <a:extLst>
                <a:ext uri="{FF2B5EF4-FFF2-40B4-BE49-F238E27FC236}">
                  <a16:creationId xmlns:a16="http://schemas.microsoft.com/office/drawing/2014/main" id="{6F4876D2-B732-40B5-9F2B-669045256C54}"/>
                </a:ext>
              </a:extLst>
            </p:cNvPr>
            <p:cNvSpPr txBox="1">
              <a:spLocks/>
            </p:cNvSpPr>
            <p:nvPr/>
          </p:nvSpPr>
          <p:spPr>
            <a:xfrm>
              <a:off x="5804265" y="2954153"/>
              <a:ext cx="1880944" cy="1059317"/>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nSpc>
                  <a:spcPct val="100000"/>
                </a:lnSpc>
                <a:spcBef>
                  <a:spcPts val="0"/>
                </a:spcBef>
              </a:pPr>
              <a:r>
                <a:rPr lang="en-US" sz="1000">
                  <a:latin typeface="Arial" panose="020B0604020202020204" pitchFamily="34" charset="0"/>
                  <a:cs typeface="Arial" panose="020B0604020202020204" pitchFamily="34" charset="0"/>
                </a:rPr>
                <a:t>Black</a:t>
              </a:r>
            </a:p>
            <a:p>
              <a:pPr>
                <a:lnSpc>
                  <a:spcPct val="100000"/>
                </a:lnSpc>
                <a:spcBef>
                  <a:spcPts val="0"/>
                </a:spcBef>
              </a:pPr>
              <a:r>
                <a:rPr lang="en-US" sz="1000">
                  <a:latin typeface="Arial" panose="020B0604020202020204" pitchFamily="34" charset="0"/>
                  <a:cs typeface="Arial" panose="020B0604020202020204" pitchFamily="34" charset="0"/>
                </a:rPr>
                <a:t>R6 G7 B7</a:t>
              </a:r>
            </a:p>
            <a:p>
              <a:pPr>
                <a:lnSpc>
                  <a:spcPct val="100000"/>
                </a:lnSpc>
                <a:spcBef>
                  <a:spcPts val="0"/>
                </a:spcBef>
              </a:pPr>
              <a:r>
                <a:rPr lang="en-US" sz="1000">
                  <a:latin typeface="Arial" panose="020B0604020202020204" pitchFamily="34" charset="0"/>
                  <a:cs typeface="Arial" panose="020B0604020202020204" pitchFamily="34" charset="0"/>
                </a:rPr>
                <a:t>HEX #060707      	</a:t>
              </a:r>
            </a:p>
            <a:p>
              <a:pPr>
                <a:lnSpc>
                  <a:spcPct val="100000"/>
                </a:lnSpc>
                <a:spcBef>
                  <a:spcPts val="0"/>
                </a:spcBef>
              </a:pPr>
              <a:r>
                <a:rPr lang="en-US" sz="1000">
                  <a:latin typeface="Arial" panose="020B0604020202020204" pitchFamily="34" charset="0"/>
                  <a:cs typeface="Arial" panose="020B0604020202020204" pitchFamily="34" charset="0"/>
                </a:rPr>
                <a:t>C14 M0 Y0 K97	</a:t>
              </a:r>
            </a:p>
          </p:txBody>
        </p:sp>
        <p:sp>
          <p:nvSpPr>
            <p:cNvPr id="17" name="Oval 16">
              <a:extLst>
                <a:ext uri="{FF2B5EF4-FFF2-40B4-BE49-F238E27FC236}">
                  <a16:creationId xmlns:a16="http://schemas.microsoft.com/office/drawing/2014/main" id="{CAED16C7-937C-450D-9777-222384092ECA}"/>
                </a:ext>
              </a:extLst>
            </p:cNvPr>
            <p:cNvSpPr/>
            <p:nvPr/>
          </p:nvSpPr>
          <p:spPr>
            <a:xfrm>
              <a:off x="5804265" y="1825625"/>
              <a:ext cx="914400" cy="914400"/>
            </a:xfrm>
            <a:prstGeom prst="ellipse">
              <a:avLst/>
            </a:prstGeom>
            <a:solidFill>
              <a:srgbClr val="0607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8" name="Oval 17">
              <a:extLst>
                <a:ext uri="{FF2B5EF4-FFF2-40B4-BE49-F238E27FC236}">
                  <a16:creationId xmlns:a16="http://schemas.microsoft.com/office/drawing/2014/main" id="{B94486B1-AEB1-49D0-95EA-FBD6E4F3E0DE}"/>
                </a:ext>
              </a:extLst>
            </p:cNvPr>
            <p:cNvSpPr/>
            <p:nvPr/>
          </p:nvSpPr>
          <p:spPr>
            <a:xfrm>
              <a:off x="8042507" y="1825625"/>
              <a:ext cx="914400" cy="914400"/>
            </a:xfrm>
            <a:prstGeom prst="ellipse">
              <a:avLst/>
            </a:prstGeom>
            <a:solidFill>
              <a:srgbClr val="4B4B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9" name="Oval 18">
              <a:extLst>
                <a:ext uri="{FF2B5EF4-FFF2-40B4-BE49-F238E27FC236}">
                  <a16:creationId xmlns:a16="http://schemas.microsoft.com/office/drawing/2014/main" id="{251F5CA0-98EF-4652-890A-D84FCDFA1E7A}"/>
                </a:ext>
              </a:extLst>
            </p:cNvPr>
            <p:cNvSpPr/>
            <p:nvPr/>
          </p:nvSpPr>
          <p:spPr>
            <a:xfrm>
              <a:off x="10280749" y="1825625"/>
              <a:ext cx="914400" cy="914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0" name="Text Placeholder 4">
              <a:extLst>
                <a:ext uri="{FF2B5EF4-FFF2-40B4-BE49-F238E27FC236}">
                  <a16:creationId xmlns:a16="http://schemas.microsoft.com/office/drawing/2014/main" id="{F5292050-32C3-402F-A7BA-E59B98263D8B}"/>
                </a:ext>
              </a:extLst>
            </p:cNvPr>
            <p:cNvSpPr txBox="1">
              <a:spLocks/>
            </p:cNvSpPr>
            <p:nvPr/>
          </p:nvSpPr>
          <p:spPr>
            <a:xfrm>
              <a:off x="8042507" y="2954153"/>
              <a:ext cx="1692166" cy="1072204"/>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nSpc>
                  <a:spcPct val="100000"/>
                </a:lnSpc>
                <a:spcBef>
                  <a:spcPts val="0"/>
                </a:spcBef>
              </a:pPr>
              <a:r>
                <a:rPr lang="en-US" sz="1000">
                  <a:latin typeface="Arial" panose="020B0604020202020204" pitchFamily="34" charset="0"/>
                  <a:cs typeface="Arial" panose="020B0604020202020204" pitchFamily="34" charset="0"/>
                </a:rPr>
                <a:t>Grey</a:t>
              </a:r>
            </a:p>
            <a:p>
              <a:pPr>
                <a:lnSpc>
                  <a:spcPct val="100000"/>
                </a:lnSpc>
                <a:spcBef>
                  <a:spcPts val="0"/>
                </a:spcBef>
              </a:pPr>
              <a:r>
                <a:rPr lang="en-US" sz="1000">
                  <a:latin typeface="Arial" panose="020B0604020202020204" pitchFamily="34" charset="0"/>
                  <a:cs typeface="Arial" panose="020B0604020202020204" pitchFamily="34" charset="0"/>
                </a:rPr>
                <a:t>R75 G75 B75       </a:t>
              </a:r>
            </a:p>
            <a:p>
              <a:pPr>
                <a:lnSpc>
                  <a:spcPct val="100000"/>
                </a:lnSpc>
                <a:spcBef>
                  <a:spcPts val="0"/>
                </a:spcBef>
              </a:pPr>
              <a:r>
                <a:rPr lang="en-US" sz="1000">
                  <a:latin typeface="Arial" panose="020B0604020202020204" pitchFamily="34" charset="0"/>
                  <a:cs typeface="Arial" panose="020B0604020202020204" pitchFamily="34" charset="0"/>
                </a:rPr>
                <a:t>HEX #</a:t>
              </a:r>
              <a:r>
                <a:rPr lang="en-US" sz="1050"/>
                <a:t>4B4B4B </a:t>
              </a:r>
              <a:r>
                <a:rPr lang="en-US" sz="1000">
                  <a:latin typeface="Arial" panose="020B0604020202020204" pitchFamily="34" charset="0"/>
                  <a:cs typeface="Arial" panose="020B0604020202020204" pitchFamily="34" charset="0"/>
                </a:rPr>
                <a:t>     </a:t>
              </a:r>
            </a:p>
            <a:p>
              <a:pPr>
                <a:lnSpc>
                  <a:spcPct val="100000"/>
                </a:lnSpc>
                <a:spcBef>
                  <a:spcPts val="0"/>
                </a:spcBef>
              </a:pPr>
              <a:r>
                <a:rPr lang="en-US" sz="1000">
                  <a:latin typeface="Arial" panose="020B0604020202020204" pitchFamily="34" charset="0"/>
                  <a:cs typeface="Arial" panose="020B0604020202020204" pitchFamily="34" charset="0"/>
                </a:rPr>
                <a:t>C100 M43 Y0 K41     </a:t>
              </a:r>
            </a:p>
          </p:txBody>
        </p:sp>
        <p:sp>
          <p:nvSpPr>
            <p:cNvPr id="21" name="Text Placeholder 4">
              <a:extLst>
                <a:ext uri="{FF2B5EF4-FFF2-40B4-BE49-F238E27FC236}">
                  <a16:creationId xmlns:a16="http://schemas.microsoft.com/office/drawing/2014/main" id="{E6278716-0A3E-437C-9BFF-C39475B2561B}"/>
                </a:ext>
              </a:extLst>
            </p:cNvPr>
            <p:cNvSpPr txBox="1">
              <a:spLocks/>
            </p:cNvSpPr>
            <p:nvPr/>
          </p:nvSpPr>
          <p:spPr>
            <a:xfrm>
              <a:off x="10280749" y="2954152"/>
              <a:ext cx="1880944" cy="1059317"/>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j-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nSpc>
                  <a:spcPct val="100000"/>
                </a:lnSpc>
                <a:spcBef>
                  <a:spcPts val="0"/>
                </a:spcBef>
              </a:pPr>
              <a:r>
                <a:rPr lang="en-US" sz="1000">
                  <a:latin typeface="Arial" panose="020B0604020202020204" pitchFamily="34" charset="0"/>
                  <a:cs typeface="Arial" panose="020B0604020202020204" pitchFamily="34" charset="0"/>
                </a:rPr>
                <a:t>White</a:t>
              </a:r>
            </a:p>
            <a:p>
              <a:pPr>
                <a:lnSpc>
                  <a:spcPct val="100000"/>
                </a:lnSpc>
                <a:spcBef>
                  <a:spcPts val="0"/>
                </a:spcBef>
              </a:pPr>
              <a:r>
                <a:rPr lang="en-US" sz="1000">
                  <a:latin typeface="Arial" panose="020B0604020202020204" pitchFamily="34" charset="0"/>
                  <a:cs typeface="Arial" panose="020B0604020202020204" pitchFamily="34" charset="0"/>
                </a:rPr>
                <a:t>R255 G255 B255</a:t>
              </a:r>
            </a:p>
            <a:p>
              <a:pPr>
                <a:lnSpc>
                  <a:spcPct val="100000"/>
                </a:lnSpc>
                <a:spcBef>
                  <a:spcPts val="0"/>
                </a:spcBef>
              </a:pPr>
              <a:r>
                <a:rPr lang="en-US" sz="1000">
                  <a:latin typeface="Arial" panose="020B0604020202020204" pitchFamily="34" charset="0"/>
                  <a:cs typeface="Arial" panose="020B0604020202020204" pitchFamily="34" charset="0"/>
                </a:rPr>
                <a:t>HEX FFFFFF       	</a:t>
              </a:r>
            </a:p>
            <a:p>
              <a:pPr>
                <a:lnSpc>
                  <a:spcPct val="100000"/>
                </a:lnSpc>
                <a:spcBef>
                  <a:spcPts val="0"/>
                </a:spcBef>
              </a:pPr>
              <a:r>
                <a:rPr lang="en-US" sz="1000">
                  <a:latin typeface="Arial" panose="020B0604020202020204" pitchFamily="34" charset="0"/>
                  <a:cs typeface="Arial" panose="020B0604020202020204" pitchFamily="34" charset="0"/>
                </a:rPr>
                <a:t>C0 M0 Y0 K0	</a:t>
              </a:r>
            </a:p>
          </p:txBody>
        </p:sp>
      </p:grpSp>
    </p:spTree>
    <p:extLst>
      <p:ext uri="{BB962C8B-B14F-4D97-AF65-F5344CB8AC3E}">
        <p14:creationId xmlns:p14="http://schemas.microsoft.com/office/powerpoint/2010/main" val="3329601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346E58-2E9C-7C70-9ACB-5ACEEFCDEE95}"/>
              </a:ext>
            </a:extLst>
          </p:cNvPr>
          <p:cNvSpPr>
            <a:spLocks noGrp="1"/>
          </p:cNvSpPr>
          <p:nvPr>
            <p:ph type="title"/>
          </p:nvPr>
        </p:nvSpPr>
        <p:spPr/>
        <p:txBody>
          <a:bodyPr>
            <a:normAutofit/>
          </a:bodyPr>
          <a:lstStyle/>
          <a:p>
            <a:r>
              <a:rPr lang="en-US"/>
              <a:t>Brand Attribution Guidelines </a:t>
            </a:r>
          </a:p>
        </p:txBody>
      </p:sp>
      <p:sp>
        <p:nvSpPr>
          <p:cNvPr id="3" name="Footer Placeholder 2">
            <a:extLst>
              <a:ext uri="{FF2B5EF4-FFF2-40B4-BE49-F238E27FC236}">
                <a16:creationId xmlns:a16="http://schemas.microsoft.com/office/drawing/2014/main" id="{3F9E9ED0-7D1A-E93F-715D-125DF5A2D39D}"/>
              </a:ext>
            </a:extLst>
          </p:cNvPr>
          <p:cNvSpPr>
            <a:spLocks noGrp="1"/>
          </p:cNvSpPr>
          <p:nvPr>
            <p:ph type="ftr" sz="quarter" idx="11"/>
          </p:nvPr>
        </p:nvSpPr>
        <p:spPr/>
        <p:txBody>
          <a:bodyPr/>
          <a:lstStyle/>
          <a:p>
            <a:r>
              <a:rPr lang="en-US"/>
              <a:t>© Kno2. All rights reserved.</a:t>
            </a:r>
          </a:p>
        </p:txBody>
      </p:sp>
      <p:sp>
        <p:nvSpPr>
          <p:cNvPr id="4" name="Slide Number Placeholder 3">
            <a:extLst>
              <a:ext uri="{FF2B5EF4-FFF2-40B4-BE49-F238E27FC236}">
                <a16:creationId xmlns:a16="http://schemas.microsoft.com/office/drawing/2014/main" id="{8B01F239-D2FF-6F2A-F849-DF30174A99A0}"/>
              </a:ext>
            </a:extLst>
          </p:cNvPr>
          <p:cNvSpPr>
            <a:spLocks noGrp="1"/>
          </p:cNvSpPr>
          <p:nvPr>
            <p:ph type="sldNum" sz="quarter" idx="12"/>
          </p:nvPr>
        </p:nvSpPr>
        <p:spPr/>
        <p:txBody>
          <a:bodyPr/>
          <a:lstStyle/>
          <a:p>
            <a:fld id="{1B9B3185-E874-A849-A012-27E7860D5320}" type="slidenum">
              <a:rPr lang="en-US" smtClean="0"/>
              <a:pPr/>
              <a:t>10</a:t>
            </a:fld>
            <a:endParaRPr lang="en-US"/>
          </a:p>
        </p:txBody>
      </p:sp>
      <p:sp>
        <p:nvSpPr>
          <p:cNvPr id="2" name="Text Placeholder 1">
            <a:extLst>
              <a:ext uri="{FF2B5EF4-FFF2-40B4-BE49-F238E27FC236}">
                <a16:creationId xmlns:a16="http://schemas.microsoft.com/office/drawing/2014/main" id="{2267E720-B5B1-6B49-9708-E6692B7E597A}"/>
              </a:ext>
            </a:extLst>
          </p:cNvPr>
          <p:cNvSpPr>
            <a:spLocks noGrp="1"/>
          </p:cNvSpPr>
          <p:nvPr>
            <p:ph type="body" sz="quarter" idx="13"/>
          </p:nvPr>
        </p:nvSpPr>
        <p:spPr/>
        <p:txBody>
          <a:bodyPr/>
          <a:lstStyle/>
          <a:p>
            <a:r>
              <a:rPr lang="en-US"/>
              <a:t>KNO2</a:t>
            </a:r>
          </a:p>
        </p:txBody>
      </p:sp>
    </p:spTree>
    <p:extLst>
      <p:ext uri="{BB962C8B-B14F-4D97-AF65-F5344CB8AC3E}">
        <p14:creationId xmlns:p14="http://schemas.microsoft.com/office/powerpoint/2010/main" val="1144704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2D667-3443-491D-E4F8-34A31BD0DBDD}"/>
              </a:ext>
            </a:extLst>
          </p:cNvPr>
          <p:cNvSpPr>
            <a:spLocks noGrp="1"/>
          </p:cNvSpPr>
          <p:nvPr>
            <p:ph type="title"/>
          </p:nvPr>
        </p:nvSpPr>
        <p:spPr/>
        <p:txBody>
          <a:bodyPr/>
          <a:lstStyle/>
          <a:p>
            <a:r>
              <a:rPr lang="en-US">
                <a:solidFill>
                  <a:schemeClr val="accent1"/>
                </a:solidFill>
              </a:rPr>
              <a:t>Private Label: </a:t>
            </a:r>
            <a:r>
              <a:rPr lang="en-US"/>
              <a:t>Brand Attribution Guidelines</a:t>
            </a:r>
          </a:p>
        </p:txBody>
      </p:sp>
      <p:sp>
        <p:nvSpPr>
          <p:cNvPr id="3" name="Content Placeholder 2">
            <a:extLst>
              <a:ext uri="{FF2B5EF4-FFF2-40B4-BE49-F238E27FC236}">
                <a16:creationId xmlns:a16="http://schemas.microsoft.com/office/drawing/2014/main" id="{CFC1B858-4A78-9663-9C3F-8C040C96D1D2}"/>
              </a:ext>
            </a:extLst>
          </p:cNvPr>
          <p:cNvSpPr>
            <a:spLocks noGrp="1"/>
          </p:cNvSpPr>
          <p:nvPr>
            <p:ph idx="1"/>
          </p:nvPr>
        </p:nvSpPr>
        <p:spPr>
          <a:xfrm>
            <a:off x="838200" y="1773382"/>
            <a:ext cx="4769734" cy="4075211"/>
          </a:xfrm>
        </p:spPr>
        <p:txBody>
          <a:bodyPr>
            <a:normAutofit/>
          </a:bodyPr>
          <a:lstStyle/>
          <a:p>
            <a:r>
              <a:rPr lang="en-US" sz="2000"/>
              <a:t>Additionally, the user experience must reflect the “Kno2 Connected” phrase. At a minimum, brand attribution with the Kno2 icon appears at the login prompt.</a:t>
            </a:r>
          </a:p>
          <a:p>
            <a:endParaRPr lang="en-US" sz="2000"/>
          </a:p>
        </p:txBody>
      </p:sp>
      <p:sp>
        <p:nvSpPr>
          <p:cNvPr id="4" name="Footer Placeholder 3">
            <a:extLst>
              <a:ext uri="{FF2B5EF4-FFF2-40B4-BE49-F238E27FC236}">
                <a16:creationId xmlns:a16="http://schemas.microsoft.com/office/drawing/2014/main" id="{BC704FEE-A5CF-B723-9B84-1DCAB416F855}"/>
              </a:ext>
            </a:extLst>
          </p:cNvPr>
          <p:cNvSpPr>
            <a:spLocks noGrp="1"/>
          </p:cNvSpPr>
          <p:nvPr>
            <p:ph type="ftr" sz="quarter" idx="3"/>
          </p:nvPr>
        </p:nvSpPr>
        <p:spPr/>
        <p:txBody>
          <a:bodyPr/>
          <a:lstStyle/>
          <a:p>
            <a:r>
              <a:rPr lang="en-US"/>
              <a:t>© Kno2. All rights reserved.</a:t>
            </a:r>
          </a:p>
        </p:txBody>
      </p:sp>
      <p:sp>
        <p:nvSpPr>
          <p:cNvPr id="5" name="Slide Number Placeholder 4">
            <a:extLst>
              <a:ext uri="{FF2B5EF4-FFF2-40B4-BE49-F238E27FC236}">
                <a16:creationId xmlns:a16="http://schemas.microsoft.com/office/drawing/2014/main" id="{A838E405-34F7-9F67-7248-3668E25BD0A4}"/>
              </a:ext>
            </a:extLst>
          </p:cNvPr>
          <p:cNvSpPr>
            <a:spLocks noGrp="1"/>
          </p:cNvSpPr>
          <p:nvPr>
            <p:ph type="sldNum" sz="quarter" idx="4"/>
          </p:nvPr>
        </p:nvSpPr>
        <p:spPr/>
        <p:txBody>
          <a:bodyPr/>
          <a:lstStyle/>
          <a:p>
            <a:fld id="{1B9B3185-E874-A849-A012-27E7860D5320}" type="slidenum">
              <a:rPr lang="en-US" smtClean="0"/>
              <a:pPr/>
              <a:t>11</a:t>
            </a:fld>
            <a:endParaRPr lang="en-US"/>
          </a:p>
        </p:txBody>
      </p:sp>
      <p:pic>
        <p:nvPicPr>
          <p:cNvPr id="6" name="Picture 2">
            <a:extLst>
              <a:ext uri="{FF2B5EF4-FFF2-40B4-BE49-F238E27FC236}">
                <a16:creationId xmlns:a16="http://schemas.microsoft.com/office/drawing/2014/main" id="{A90EAF7C-7B2E-5153-0B5F-255CEC3388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4489" y="1590643"/>
            <a:ext cx="5909535" cy="47549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blue square with a black background&#10;&#10;Description automatically generated with low confidence">
            <a:extLst>
              <a:ext uri="{FF2B5EF4-FFF2-40B4-BE49-F238E27FC236}">
                <a16:creationId xmlns:a16="http://schemas.microsoft.com/office/drawing/2014/main" id="{F62C012B-A9EF-F0B1-9DA6-FDAFA8174EF2}"/>
              </a:ext>
            </a:extLst>
          </p:cNvPr>
          <p:cNvPicPr>
            <a:picLocks noChangeAspect="1"/>
          </p:cNvPicPr>
          <p:nvPr/>
        </p:nvPicPr>
        <p:blipFill>
          <a:blip r:embed="rId3"/>
          <a:stretch>
            <a:fillRect/>
          </a:stretch>
        </p:blipFill>
        <p:spPr>
          <a:xfrm>
            <a:off x="1162409" y="3528802"/>
            <a:ext cx="1347972" cy="1428209"/>
          </a:xfrm>
          <a:prstGeom prst="rect">
            <a:avLst/>
          </a:prstGeom>
        </p:spPr>
      </p:pic>
    </p:spTree>
    <p:extLst>
      <p:ext uri="{BB962C8B-B14F-4D97-AF65-F5344CB8AC3E}">
        <p14:creationId xmlns:p14="http://schemas.microsoft.com/office/powerpoint/2010/main" val="2036174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346E58-2E9C-7C70-9ACB-5ACEEFCDEE95}"/>
              </a:ext>
            </a:extLst>
          </p:cNvPr>
          <p:cNvSpPr>
            <a:spLocks noGrp="1"/>
          </p:cNvSpPr>
          <p:nvPr>
            <p:ph type="title"/>
          </p:nvPr>
        </p:nvSpPr>
        <p:spPr/>
        <p:txBody>
          <a:bodyPr>
            <a:normAutofit/>
          </a:bodyPr>
          <a:lstStyle/>
          <a:p>
            <a:r>
              <a:rPr lang="en-US"/>
              <a:t>Editorial Guidelines</a:t>
            </a:r>
          </a:p>
        </p:txBody>
      </p:sp>
      <p:sp>
        <p:nvSpPr>
          <p:cNvPr id="3" name="Footer Placeholder 2">
            <a:extLst>
              <a:ext uri="{FF2B5EF4-FFF2-40B4-BE49-F238E27FC236}">
                <a16:creationId xmlns:a16="http://schemas.microsoft.com/office/drawing/2014/main" id="{3F9E9ED0-7D1A-E93F-715D-125DF5A2D39D}"/>
              </a:ext>
            </a:extLst>
          </p:cNvPr>
          <p:cNvSpPr>
            <a:spLocks noGrp="1"/>
          </p:cNvSpPr>
          <p:nvPr>
            <p:ph type="ftr" sz="quarter" idx="11"/>
          </p:nvPr>
        </p:nvSpPr>
        <p:spPr/>
        <p:txBody>
          <a:bodyPr/>
          <a:lstStyle/>
          <a:p>
            <a:r>
              <a:rPr lang="en-US"/>
              <a:t>© Kno2. All rights reserved.</a:t>
            </a:r>
          </a:p>
        </p:txBody>
      </p:sp>
      <p:sp>
        <p:nvSpPr>
          <p:cNvPr id="4" name="Slide Number Placeholder 3">
            <a:extLst>
              <a:ext uri="{FF2B5EF4-FFF2-40B4-BE49-F238E27FC236}">
                <a16:creationId xmlns:a16="http://schemas.microsoft.com/office/drawing/2014/main" id="{8B01F239-D2FF-6F2A-F849-DF30174A99A0}"/>
              </a:ext>
            </a:extLst>
          </p:cNvPr>
          <p:cNvSpPr>
            <a:spLocks noGrp="1"/>
          </p:cNvSpPr>
          <p:nvPr>
            <p:ph type="sldNum" sz="quarter" idx="12"/>
          </p:nvPr>
        </p:nvSpPr>
        <p:spPr/>
        <p:txBody>
          <a:bodyPr/>
          <a:lstStyle/>
          <a:p>
            <a:fld id="{1B9B3185-E874-A849-A012-27E7860D5320}" type="slidenum">
              <a:rPr lang="en-US" smtClean="0"/>
              <a:pPr/>
              <a:t>12</a:t>
            </a:fld>
            <a:endParaRPr lang="en-US"/>
          </a:p>
        </p:txBody>
      </p:sp>
      <p:sp>
        <p:nvSpPr>
          <p:cNvPr id="2" name="Text Placeholder 1">
            <a:extLst>
              <a:ext uri="{FF2B5EF4-FFF2-40B4-BE49-F238E27FC236}">
                <a16:creationId xmlns:a16="http://schemas.microsoft.com/office/drawing/2014/main" id="{15F825AA-D278-F5EF-6769-179FC83000AA}"/>
              </a:ext>
            </a:extLst>
          </p:cNvPr>
          <p:cNvSpPr>
            <a:spLocks noGrp="1"/>
          </p:cNvSpPr>
          <p:nvPr>
            <p:ph type="body" sz="quarter" idx="13"/>
          </p:nvPr>
        </p:nvSpPr>
        <p:spPr/>
        <p:txBody>
          <a:bodyPr/>
          <a:lstStyle/>
          <a:p>
            <a:r>
              <a:rPr lang="en-US"/>
              <a:t>KNO2</a:t>
            </a:r>
          </a:p>
        </p:txBody>
      </p:sp>
    </p:spTree>
    <p:extLst>
      <p:ext uri="{BB962C8B-B14F-4D97-AF65-F5344CB8AC3E}">
        <p14:creationId xmlns:p14="http://schemas.microsoft.com/office/powerpoint/2010/main" val="1401191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38614-1F68-7F96-A05F-55B45DBA3CAD}"/>
              </a:ext>
            </a:extLst>
          </p:cNvPr>
          <p:cNvSpPr>
            <a:spLocks noGrp="1"/>
          </p:cNvSpPr>
          <p:nvPr>
            <p:ph type="title"/>
          </p:nvPr>
        </p:nvSpPr>
        <p:spPr/>
        <p:txBody>
          <a:bodyPr/>
          <a:lstStyle/>
          <a:p>
            <a:r>
              <a:rPr lang="en-US"/>
              <a:t>Editorial</a:t>
            </a:r>
          </a:p>
        </p:txBody>
      </p:sp>
      <p:sp>
        <p:nvSpPr>
          <p:cNvPr id="3" name="Content Placeholder 2">
            <a:extLst>
              <a:ext uri="{FF2B5EF4-FFF2-40B4-BE49-F238E27FC236}">
                <a16:creationId xmlns:a16="http://schemas.microsoft.com/office/drawing/2014/main" id="{ED29487F-C0F4-E2EF-FC39-E23851A80C62}"/>
              </a:ext>
            </a:extLst>
          </p:cNvPr>
          <p:cNvSpPr>
            <a:spLocks noGrp="1"/>
          </p:cNvSpPr>
          <p:nvPr>
            <p:ph idx="1"/>
          </p:nvPr>
        </p:nvSpPr>
        <p:spPr/>
        <p:txBody>
          <a:bodyPr>
            <a:normAutofit/>
          </a:bodyPr>
          <a:lstStyle/>
          <a:p>
            <a:pPr marL="0" indent="0">
              <a:buNone/>
            </a:pPr>
            <a:r>
              <a:rPr lang="en-US" sz="2400" b="1"/>
              <a:t>When using the Kno2 name in text, please adhere to these guidelines:</a:t>
            </a:r>
          </a:p>
          <a:p>
            <a:endParaRPr lang="en-US" sz="2400"/>
          </a:p>
          <a:p>
            <a:pPr marL="457200" indent="-457200">
              <a:buClr>
                <a:srgbClr val="19A7DE"/>
              </a:buClr>
              <a:buFont typeface="Arial" panose="020B0604020202020204" pitchFamily="34" charset="0"/>
              <a:buChar char="•"/>
            </a:pPr>
            <a:r>
              <a:rPr lang="en-US" sz="2400"/>
              <a:t>Kno2 is always one word</a:t>
            </a:r>
          </a:p>
          <a:p>
            <a:pPr marL="457200" indent="-457200">
              <a:buClr>
                <a:srgbClr val="19A7DE"/>
              </a:buClr>
              <a:buFont typeface="Arial" panose="020B0604020202020204" pitchFamily="34" charset="0"/>
              <a:buChar char="•"/>
            </a:pPr>
            <a:r>
              <a:rPr lang="en-US" sz="2400"/>
              <a:t>First reference to the Kno2</a:t>
            </a:r>
            <a:r>
              <a:rPr lang="en-US" sz="2400" baseline="20000"/>
              <a:t>®</a:t>
            </a:r>
            <a:r>
              <a:rPr lang="en-US" sz="2400"/>
              <a:t> organization name needs to include the registered trademark “®” after the “2” in Kno2. </a:t>
            </a:r>
          </a:p>
          <a:p>
            <a:pPr marL="457200" indent="-457200">
              <a:buClr>
                <a:srgbClr val="19A7DE"/>
              </a:buClr>
              <a:buFont typeface="Arial" panose="020B0604020202020204" pitchFamily="34" charset="0"/>
              <a:buChar char="•"/>
            </a:pPr>
            <a:r>
              <a:rPr lang="en-US" sz="2400"/>
              <a:t>Do not abbreviate Kno2, </a:t>
            </a:r>
            <a:r>
              <a:rPr lang="en-US" sz="2400" err="1"/>
              <a:t>ie</a:t>
            </a:r>
            <a:r>
              <a:rPr lang="en-US" sz="2400"/>
              <a:t>. K2</a:t>
            </a:r>
          </a:p>
          <a:p>
            <a:pPr marL="0" indent="0">
              <a:buNone/>
            </a:pPr>
            <a:endParaRPr lang="en-US" sz="2400"/>
          </a:p>
        </p:txBody>
      </p:sp>
      <p:sp>
        <p:nvSpPr>
          <p:cNvPr id="4" name="Footer Placeholder 3">
            <a:extLst>
              <a:ext uri="{FF2B5EF4-FFF2-40B4-BE49-F238E27FC236}">
                <a16:creationId xmlns:a16="http://schemas.microsoft.com/office/drawing/2014/main" id="{44CF0799-2504-9E32-A536-ABA3E4217F67}"/>
              </a:ext>
            </a:extLst>
          </p:cNvPr>
          <p:cNvSpPr>
            <a:spLocks noGrp="1"/>
          </p:cNvSpPr>
          <p:nvPr>
            <p:ph type="ftr" sz="quarter" idx="3"/>
          </p:nvPr>
        </p:nvSpPr>
        <p:spPr/>
        <p:txBody>
          <a:bodyPr/>
          <a:lstStyle/>
          <a:p>
            <a:r>
              <a:rPr lang="en-US"/>
              <a:t>© Kno2. All rights reserved.</a:t>
            </a:r>
          </a:p>
        </p:txBody>
      </p:sp>
      <p:sp>
        <p:nvSpPr>
          <p:cNvPr id="5" name="Slide Number Placeholder 4">
            <a:extLst>
              <a:ext uri="{FF2B5EF4-FFF2-40B4-BE49-F238E27FC236}">
                <a16:creationId xmlns:a16="http://schemas.microsoft.com/office/drawing/2014/main" id="{13AEC9E0-0978-DF9A-E774-DED6DA99F474}"/>
              </a:ext>
            </a:extLst>
          </p:cNvPr>
          <p:cNvSpPr>
            <a:spLocks noGrp="1"/>
          </p:cNvSpPr>
          <p:nvPr>
            <p:ph type="sldNum" sz="quarter" idx="4"/>
          </p:nvPr>
        </p:nvSpPr>
        <p:spPr/>
        <p:txBody>
          <a:bodyPr/>
          <a:lstStyle/>
          <a:p>
            <a:fld id="{1B9B3185-E874-A849-A012-27E7860D5320}" type="slidenum">
              <a:rPr lang="en-US" smtClean="0"/>
              <a:pPr/>
              <a:t>13</a:t>
            </a:fld>
            <a:endParaRPr lang="en-US"/>
          </a:p>
        </p:txBody>
      </p:sp>
    </p:spTree>
    <p:extLst>
      <p:ext uri="{BB962C8B-B14F-4D97-AF65-F5344CB8AC3E}">
        <p14:creationId xmlns:p14="http://schemas.microsoft.com/office/powerpoint/2010/main" val="1164831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38D60-EEEA-6EC0-EC9B-032178C69AA2}"/>
              </a:ext>
            </a:extLst>
          </p:cNvPr>
          <p:cNvSpPr>
            <a:spLocks noGrp="1"/>
          </p:cNvSpPr>
          <p:nvPr>
            <p:ph type="title"/>
          </p:nvPr>
        </p:nvSpPr>
        <p:spPr/>
        <p:txBody>
          <a:bodyPr/>
          <a:lstStyle/>
          <a:p>
            <a:r>
              <a:rPr lang="en-US"/>
              <a:t>Editorial</a:t>
            </a:r>
          </a:p>
        </p:txBody>
      </p:sp>
      <p:sp>
        <p:nvSpPr>
          <p:cNvPr id="4" name="Footer Placeholder 3">
            <a:extLst>
              <a:ext uri="{FF2B5EF4-FFF2-40B4-BE49-F238E27FC236}">
                <a16:creationId xmlns:a16="http://schemas.microsoft.com/office/drawing/2014/main" id="{DF136388-99A5-7A95-56DF-151309A36E8C}"/>
              </a:ext>
            </a:extLst>
          </p:cNvPr>
          <p:cNvSpPr>
            <a:spLocks noGrp="1"/>
          </p:cNvSpPr>
          <p:nvPr>
            <p:ph type="ftr" sz="quarter" idx="3"/>
          </p:nvPr>
        </p:nvSpPr>
        <p:spPr/>
        <p:txBody>
          <a:bodyPr/>
          <a:lstStyle/>
          <a:p>
            <a:r>
              <a:rPr lang="en-US"/>
              <a:t>© Kno2. All rights reserved.</a:t>
            </a:r>
          </a:p>
        </p:txBody>
      </p:sp>
      <p:sp>
        <p:nvSpPr>
          <p:cNvPr id="5" name="Slide Number Placeholder 4">
            <a:extLst>
              <a:ext uri="{FF2B5EF4-FFF2-40B4-BE49-F238E27FC236}">
                <a16:creationId xmlns:a16="http://schemas.microsoft.com/office/drawing/2014/main" id="{42870DCA-8E26-80A4-F8BC-2B7D2ABA20C0}"/>
              </a:ext>
            </a:extLst>
          </p:cNvPr>
          <p:cNvSpPr>
            <a:spLocks noGrp="1"/>
          </p:cNvSpPr>
          <p:nvPr>
            <p:ph type="sldNum" sz="quarter" idx="4"/>
          </p:nvPr>
        </p:nvSpPr>
        <p:spPr/>
        <p:txBody>
          <a:bodyPr/>
          <a:lstStyle/>
          <a:p>
            <a:fld id="{1B9B3185-E874-A849-A012-27E7860D5320}" type="slidenum">
              <a:rPr lang="en-US" smtClean="0"/>
              <a:pPr/>
              <a:t>14</a:t>
            </a:fld>
            <a:endParaRPr lang="en-US"/>
          </a:p>
        </p:txBody>
      </p:sp>
      <p:sp>
        <p:nvSpPr>
          <p:cNvPr id="6" name="Content Placeholder 2">
            <a:extLst>
              <a:ext uri="{FF2B5EF4-FFF2-40B4-BE49-F238E27FC236}">
                <a16:creationId xmlns:a16="http://schemas.microsoft.com/office/drawing/2014/main" id="{3F89011E-D694-2D97-AFF6-C916AD2B2F2F}"/>
              </a:ext>
            </a:extLst>
          </p:cNvPr>
          <p:cNvSpPr txBox="1">
            <a:spLocks/>
          </p:cNvSpPr>
          <p:nvPr/>
        </p:nvSpPr>
        <p:spPr>
          <a:xfrm>
            <a:off x="838198" y="1656189"/>
            <a:ext cx="10256135" cy="5116030"/>
          </a:xfrm>
          <a:prstGeom prst="rect">
            <a:avLst/>
          </a:prstGeom>
        </p:spPr>
        <p:txBody>
          <a:bodyPr vert="horz" lIns="91440" tIns="45720" rIns="91440" bIns="45720" numCol="2" spcCol="640080" rtlCol="0" anchor="ctr">
            <a:noAutofit/>
          </a:bodyPr>
          <a:lstStyle>
            <a:defPPr>
              <a:defRPr lang="en-US"/>
            </a:defPPr>
            <a:lvl1pPr marL="0" algn="l" defTabSz="914400" rtl="0" eaLnBrk="1" latinLnBrk="0" hangingPunct="1">
              <a:defRPr sz="12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buClr>
                <a:schemeClr val="accent2"/>
              </a:buClr>
            </a:pPr>
            <a:r>
              <a:rPr lang="en-US" b="1"/>
              <a:t>Messaging Tips for Partnership</a:t>
            </a:r>
          </a:p>
          <a:p>
            <a:pPr marL="400050" lvl="1" indent="-285750">
              <a:buClr>
                <a:schemeClr val="accent1"/>
              </a:buClr>
              <a:buFont typeface="Arial" panose="020B0604020202020204" pitchFamily="34" charset="0"/>
              <a:buChar char="•"/>
            </a:pPr>
            <a:r>
              <a:rPr lang="en-US"/>
              <a:t>&lt;Partner&gt; announces its partnership with Kno2</a:t>
            </a:r>
            <a:r>
              <a:rPr lang="en-US" baseline="30000"/>
              <a:t>®</a:t>
            </a:r>
            <a:r>
              <a:rPr lang="en-US"/>
              <a:t>, the company leading the future of healthcare communication</a:t>
            </a:r>
          </a:p>
          <a:p>
            <a:pPr marL="400050" lvl="1" indent="-285750">
              <a:buClr>
                <a:schemeClr val="accent1"/>
              </a:buClr>
              <a:buFont typeface="Arial" panose="020B0604020202020204" pitchFamily="34" charset="0"/>
              <a:buChar char="•"/>
            </a:pPr>
            <a:r>
              <a:rPr lang="en-US" b="1"/>
              <a:t>“</a:t>
            </a:r>
            <a:r>
              <a:rPr lang="en-US"/>
              <a:t>&lt;Partner&gt; announces its partnership with Kno2</a:t>
            </a:r>
            <a:r>
              <a:rPr lang="en-US" baseline="30000"/>
              <a:t>®</a:t>
            </a:r>
            <a:r>
              <a:rPr lang="en-US"/>
              <a:t>, a purpose-driven company who is democratizing healthcare communication for all to enable the secure, effortless, and maximized exchange of patient information.”</a:t>
            </a:r>
          </a:p>
          <a:p>
            <a:pPr marL="1143000" lvl="1">
              <a:buClr>
                <a:schemeClr val="accent2"/>
              </a:buClr>
            </a:pPr>
            <a:endParaRPr lang="en-US"/>
          </a:p>
          <a:p>
            <a:pPr marL="0" lvl="1">
              <a:buClr>
                <a:schemeClr val="accent2"/>
              </a:buClr>
            </a:pPr>
            <a:r>
              <a:rPr lang="en-US" b="1"/>
              <a:t>Messaging Tips for Integrated Technology</a:t>
            </a:r>
          </a:p>
          <a:p>
            <a:pPr marL="400050" lvl="1" indent="-285750">
              <a:buClr>
                <a:schemeClr val="accent1"/>
              </a:buClr>
              <a:buFont typeface="Arial" panose="020B0604020202020204" pitchFamily="34" charset="0"/>
              <a:buChar char="•"/>
            </a:pPr>
            <a:r>
              <a:rPr lang="en-US"/>
              <a:t>&lt;insert technology&gt; is Kno2 Connected™ </a:t>
            </a:r>
          </a:p>
          <a:p>
            <a:pPr marL="400050" lvl="1" indent="-285750">
              <a:buClr>
                <a:schemeClr val="accent1"/>
              </a:buClr>
              <a:buFont typeface="Arial" panose="020B0604020202020204" pitchFamily="34" charset="0"/>
              <a:buChar char="•"/>
            </a:pPr>
            <a:r>
              <a:rPr lang="en-US"/>
              <a:t>&lt;insert technology&gt; is connected by Kno2</a:t>
            </a:r>
            <a:r>
              <a:rPr lang="en-US" baseline="30000"/>
              <a:t>® </a:t>
            </a:r>
            <a:endParaRPr lang="en-US"/>
          </a:p>
          <a:p>
            <a:pPr marL="457200" indent="-457200">
              <a:buFont typeface="Arial" panose="020B0604020202020204" pitchFamily="34" charset="0"/>
              <a:buChar char="•"/>
            </a:pPr>
            <a:endParaRPr lang="en-US" sz="1800"/>
          </a:p>
          <a:p>
            <a:pPr marL="457200" indent="-457200">
              <a:buFont typeface="Arial" panose="020B0604020202020204" pitchFamily="34" charset="0"/>
              <a:buChar char="•"/>
            </a:pPr>
            <a:endParaRPr lang="en-US" sz="1800"/>
          </a:p>
          <a:p>
            <a:pPr marL="457200" indent="-457200">
              <a:buFont typeface="Arial" panose="020B0604020202020204" pitchFamily="34" charset="0"/>
              <a:buChar char="•"/>
            </a:pPr>
            <a:endParaRPr lang="en-US" sz="1800"/>
          </a:p>
          <a:p>
            <a:pPr marL="0" lvl="1">
              <a:buClr>
                <a:schemeClr val="accent2"/>
              </a:buClr>
            </a:pPr>
            <a:r>
              <a:rPr lang="en-US" b="1"/>
              <a:t>Messaging Tips for Private Label Partner</a:t>
            </a:r>
          </a:p>
          <a:p>
            <a:pPr marL="400050" lvl="1" indent="-285750">
              <a:buClr>
                <a:schemeClr val="accent1"/>
              </a:buClr>
              <a:buFont typeface="Arial" panose="020B0604020202020204" pitchFamily="34" charset="0"/>
              <a:buChar char="•"/>
            </a:pPr>
            <a:r>
              <a:rPr lang="en-US"/>
              <a:t>To ensure proper respect to each brand, attribution to Kno2 and the company’s approach to solve interoperability should be acknowledge when broached.  </a:t>
            </a:r>
          </a:p>
          <a:p>
            <a:pPr marL="400050" lvl="1" indent="-285750">
              <a:buClr>
                <a:schemeClr val="accent1"/>
              </a:buClr>
              <a:buFont typeface="Arial" panose="020B0604020202020204" pitchFamily="34" charset="0"/>
              <a:buChar char="•"/>
            </a:pPr>
            <a:endParaRPr lang="en-US"/>
          </a:p>
          <a:p>
            <a:pPr marL="400050" lvl="1" indent="-285750">
              <a:buClr>
                <a:schemeClr val="accent1"/>
              </a:buClr>
              <a:buFont typeface="Arial" panose="020B0604020202020204" pitchFamily="34" charset="0"/>
              <a:buChar char="•"/>
            </a:pPr>
            <a:r>
              <a:rPr lang="en-US"/>
              <a:t>The Private Label Partner is free to and encouraged to:</a:t>
            </a:r>
          </a:p>
          <a:p>
            <a:pPr marL="857250" lvl="2" indent="-285750">
              <a:buClr>
                <a:schemeClr val="tx1"/>
              </a:buClr>
              <a:buFont typeface="Calibri" panose="020F0502020204030204" pitchFamily="34" charset="0"/>
              <a:buChar char="-"/>
            </a:pPr>
            <a:r>
              <a:rPr lang="en-US"/>
              <a:t>Name the integrated product or solution</a:t>
            </a:r>
          </a:p>
          <a:p>
            <a:pPr marL="857250" lvl="2" indent="-285750">
              <a:buClr>
                <a:schemeClr val="tx1"/>
              </a:buClr>
              <a:buFont typeface="Calibri" panose="020F0502020204030204" pitchFamily="34" charset="0"/>
              <a:buChar char="-"/>
            </a:pPr>
            <a:r>
              <a:rPr lang="en-US"/>
              <a:t>Use brand statements that lean towards what the product accomplishes</a:t>
            </a:r>
          </a:p>
          <a:p>
            <a:pPr lvl="1">
              <a:buClr>
                <a:schemeClr val="accent1"/>
              </a:buClr>
            </a:pPr>
            <a:endParaRPr lang="en-US"/>
          </a:p>
        </p:txBody>
      </p:sp>
    </p:spTree>
    <p:extLst>
      <p:ext uri="{BB962C8B-B14F-4D97-AF65-F5344CB8AC3E}">
        <p14:creationId xmlns:p14="http://schemas.microsoft.com/office/powerpoint/2010/main" val="1827702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AF467-DCF2-348F-4D9A-6AE0DF15162C}"/>
              </a:ext>
            </a:extLst>
          </p:cNvPr>
          <p:cNvSpPr>
            <a:spLocks noGrp="1"/>
          </p:cNvSpPr>
          <p:nvPr>
            <p:ph type="title"/>
          </p:nvPr>
        </p:nvSpPr>
        <p:spPr/>
        <p:txBody>
          <a:bodyPr/>
          <a:lstStyle/>
          <a:p>
            <a:r>
              <a:rPr lang="en-US"/>
              <a:t>Kno2 Network </a:t>
            </a:r>
            <a:r>
              <a:rPr lang="en-US">
                <a:solidFill>
                  <a:schemeClr val="accent1"/>
                </a:solidFill>
              </a:rPr>
              <a:t>Approved Brand Phrases</a:t>
            </a:r>
          </a:p>
        </p:txBody>
      </p:sp>
      <p:sp>
        <p:nvSpPr>
          <p:cNvPr id="3" name="Content Placeholder 2">
            <a:extLst>
              <a:ext uri="{FF2B5EF4-FFF2-40B4-BE49-F238E27FC236}">
                <a16:creationId xmlns:a16="http://schemas.microsoft.com/office/drawing/2014/main" id="{0B2BBBF6-7412-B15E-9BE5-CAC6F9042C43}"/>
              </a:ext>
            </a:extLst>
          </p:cNvPr>
          <p:cNvSpPr>
            <a:spLocks noGrp="1"/>
          </p:cNvSpPr>
          <p:nvPr>
            <p:ph idx="1"/>
          </p:nvPr>
        </p:nvSpPr>
        <p:spPr/>
        <p:txBody>
          <a:bodyPr numCol="2" spcCol="457200">
            <a:normAutofit/>
          </a:bodyPr>
          <a:lstStyle/>
          <a:p>
            <a:pPr marL="0" indent="0">
              <a:buNone/>
            </a:pPr>
            <a:r>
              <a:rPr lang="en-US" sz="2000"/>
              <a:t>Kno2’s network enables secure, effortless, and maximized exchange of patient information.</a:t>
            </a:r>
          </a:p>
          <a:p>
            <a:pPr marL="0" indent="0">
              <a:buNone/>
            </a:pPr>
            <a:endParaRPr lang="en-US" sz="2000"/>
          </a:p>
          <a:p>
            <a:pPr marL="0" indent="0">
              <a:buNone/>
            </a:pPr>
            <a:r>
              <a:rPr lang="en-US" sz="2000"/>
              <a:t>Kno2’s network and all other networks become immediately available with just one simple, yet comprehensive, connection that gives providers the freedom to communicate with all.  </a:t>
            </a:r>
          </a:p>
          <a:p>
            <a:pPr marL="0" indent="0">
              <a:buNone/>
            </a:pPr>
            <a:endParaRPr lang="en-US" sz="2000"/>
          </a:p>
          <a:p>
            <a:pPr marL="0" indent="0">
              <a:buNone/>
            </a:pPr>
            <a:r>
              <a:rPr lang="en-US" sz="2000"/>
              <a:t>Kno2’s network is connected to, and will continue to connect to, every meaningful network committed to the exchange of patient information, thus making access to the complete patient record possible, regardless of the communication preference of each provider. </a:t>
            </a:r>
          </a:p>
          <a:p>
            <a:pPr marL="0" indent="0">
              <a:buNone/>
            </a:pPr>
            <a:endParaRPr lang="en-US" sz="2000"/>
          </a:p>
          <a:p>
            <a:pPr marL="0" indent="0">
              <a:buNone/>
            </a:pPr>
            <a:r>
              <a:rPr lang="en-US" sz="2000"/>
              <a:t>Connect once to Kno2 and gain access to a powerful network of connected organizations, technologies and interoperability frameworks.</a:t>
            </a:r>
          </a:p>
        </p:txBody>
      </p:sp>
      <p:sp>
        <p:nvSpPr>
          <p:cNvPr id="4" name="Footer Placeholder 3">
            <a:extLst>
              <a:ext uri="{FF2B5EF4-FFF2-40B4-BE49-F238E27FC236}">
                <a16:creationId xmlns:a16="http://schemas.microsoft.com/office/drawing/2014/main" id="{75D46CD4-F254-084F-C768-3F01F0E2BF54}"/>
              </a:ext>
            </a:extLst>
          </p:cNvPr>
          <p:cNvSpPr>
            <a:spLocks noGrp="1"/>
          </p:cNvSpPr>
          <p:nvPr>
            <p:ph type="ftr" sz="quarter" idx="3"/>
          </p:nvPr>
        </p:nvSpPr>
        <p:spPr/>
        <p:txBody>
          <a:bodyPr/>
          <a:lstStyle/>
          <a:p>
            <a:r>
              <a:rPr lang="en-US"/>
              <a:t>© Kno2. All rights reserved.</a:t>
            </a:r>
          </a:p>
        </p:txBody>
      </p:sp>
      <p:sp>
        <p:nvSpPr>
          <p:cNvPr id="5" name="Slide Number Placeholder 4">
            <a:extLst>
              <a:ext uri="{FF2B5EF4-FFF2-40B4-BE49-F238E27FC236}">
                <a16:creationId xmlns:a16="http://schemas.microsoft.com/office/drawing/2014/main" id="{EA18272C-B301-AE7E-CD93-07B6F46AC864}"/>
              </a:ext>
            </a:extLst>
          </p:cNvPr>
          <p:cNvSpPr>
            <a:spLocks noGrp="1"/>
          </p:cNvSpPr>
          <p:nvPr>
            <p:ph type="sldNum" sz="quarter" idx="4"/>
          </p:nvPr>
        </p:nvSpPr>
        <p:spPr/>
        <p:txBody>
          <a:bodyPr/>
          <a:lstStyle/>
          <a:p>
            <a:fld id="{1B9B3185-E874-A849-A012-27E7860D5320}" type="slidenum">
              <a:rPr lang="en-US" smtClean="0"/>
              <a:pPr/>
              <a:t>15</a:t>
            </a:fld>
            <a:endParaRPr lang="en-US"/>
          </a:p>
        </p:txBody>
      </p:sp>
    </p:spTree>
    <p:extLst>
      <p:ext uri="{BB962C8B-B14F-4D97-AF65-F5344CB8AC3E}">
        <p14:creationId xmlns:p14="http://schemas.microsoft.com/office/powerpoint/2010/main" val="1370120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346E58-2E9C-7C70-9ACB-5ACEEFCDEE95}"/>
              </a:ext>
            </a:extLst>
          </p:cNvPr>
          <p:cNvSpPr>
            <a:spLocks noGrp="1"/>
          </p:cNvSpPr>
          <p:nvPr>
            <p:ph type="title"/>
          </p:nvPr>
        </p:nvSpPr>
        <p:spPr/>
        <p:txBody>
          <a:bodyPr>
            <a:normAutofit/>
          </a:bodyPr>
          <a:lstStyle/>
          <a:p>
            <a:r>
              <a:rPr lang="en-US"/>
              <a:t>Brand Adherence with Network Membership Organizations </a:t>
            </a:r>
          </a:p>
        </p:txBody>
      </p:sp>
      <p:sp>
        <p:nvSpPr>
          <p:cNvPr id="3" name="Footer Placeholder 2">
            <a:extLst>
              <a:ext uri="{FF2B5EF4-FFF2-40B4-BE49-F238E27FC236}">
                <a16:creationId xmlns:a16="http://schemas.microsoft.com/office/drawing/2014/main" id="{3F9E9ED0-7D1A-E93F-715D-125DF5A2D39D}"/>
              </a:ext>
            </a:extLst>
          </p:cNvPr>
          <p:cNvSpPr>
            <a:spLocks noGrp="1"/>
          </p:cNvSpPr>
          <p:nvPr>
            <p:ph type="ftr" sz="quarter" idx="11"/>
          </p:nvPr>
        </p:nvSpPr>
        <p:spPr/>
        <p:txBody>
          <a:bodyPr/>
          <a:lstStyle/>
          <a:p>
            <a:r>
              <a:rPr lang="en-US"/>
              <a:t>© Kno2. All rights reserved.</a:t>
            </a:r>
          </a:p>
        </p:txBody>
      </p:sp>
      <p:sp>
        <p:nvSpPr>
          <p:cNvPr id="4" name="Slide Number Placeholder 3">
            <a:extLst>
              <a:ext uri="{FF2B5EF4-FFF2-40B4-BE49-F238E27FC236}">
                <a16:creationId xmlns:a16="http://schemas.microsoft.com/office/drawing/2014/main" id="{8B01F239-D2FF-6F2A-F849-DF30174A99A0}"/>
              </a:ext>
            </a:extLst>
          </p:cNvPr>
          <p:cNvSpPr>
            <a:spLocks noGrp="1"/>
          </p:cNvSpPr>
          <p:nvPr>
            <p:ph type="sldNum" sz="quarter" idx="12"/>
          </p:nvPr>
        </p:nvSpPr>
        <p:spPr/>
        <p:txBody>
          <a:bodyPr/>
          <a:lstStyle/>
          <a:p>
            <a:fld id="{1B9B3185-E874-A849-A012-27E7860D5320}" type="slidenum">
              <a:rPr lang="en-US" smtClean="0"/>
              <a:pPr/>
              <a:t>16</a:t>
            </a:fld>
            <a:endParaRPr lang="en-US"/>
          </a:p>
        </p:txBody>
      </p:sp>
      <p:sp>
        <p:nvSpPr>
          <p:cNvPr id="2" name="Text Placeholder 1">
            <a:extLst>
              <a:ext uri="{FF2B5EF4-FFF2-40B4-BE49-F238E27FC236}">
                <a16:creationId xmlns:a16="http://schemas.microsoft.com/office/drawing/2014/main" id="{15F825AA-D278-F5EF-6769-179FC83000AA}"/>
              </a:ext>
            </a:extLst>
          </p:cNvPr>
          <p:cNvSpPr>
            <a:spLocks noGrp="1"/>
          </p:cNvSpPr>
          <p:nvPr>
            <p:ph type="body" sz="quarter" idx="13"/>
          </p:nvPr>
        </p:nvSpPr>
        <p:spPr/>
        <p:txBody>
          <a:bodyPr/>
          <a:lstStyle/>
          <a:p>
            <a:r>
              <a:rPr lang="en-US"/>
              <a:t>KNO2</a:t>
            </a:r>
          </a:p>
        </p:txBody>
      </p:sp>
    </p:spTree>
    <p:extLst>
      <p:ext uri="{BB962C8B-B14F-4D97-AF65-F5344CB8AC3E}">
        <p14:creationId xmlns:p14="http://schemas.microsoft.com/office/powerpoint/2010/main" val="1092566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6EA4C-0BE9-DC7E-37AA-F0705FC42847}"/>
              </a:ext>
            </a:extLst>
          </p:cNvPr>
          <p:cNvSpPr>
            <a:spLocks noGrp="1"/>
          </p:cNvSpPr>
          <p:nvPr>
            <p:ph type="title"/>
          </p:nvPr>
        </p:nvSpPr>
        <p:spPr/>
        <p:txBody>
          <a:bodyPr/>
          <a:lstStyle/>
          <a:p>
            <a:r>
              <a:rPr lang="en-US"/>
              <a:t>Brand Adherence with Membership Networks</a:t>
            </a:r>
          </a:p>
        </p:txBody>
      </p:sp>
      <p:sp>
        <p:nvSpPr>
          <p:cNvPr id="3" name="Content Placeholder 2">
            <a:extLst>
              <a:ext uri="{FF2B5EF4-FFF2-40B4-BE49-F238E27FC236}">
                <a16:creationId xmlns:a16="http://schemas.microsoft.com/office/drawing/2014/main" id="{3CDBF4EB-D2BB-1C5E-C268-514652399F19}"/>
              </a:ext>
            </a:extLst>
          </p:cNvPr>
          <p:cNvSpPr>
            <a:spLocks noGrp="1"/>
          </p:cNvSpPr>
          <p:nvPr>
            <p:ph idx="1"/>
          </p:nvPr>
        </p:nvSpPr>
        <p:spPr>
          <a:xfrm>
            <a:off x="673309" y="1976773"/>
            <a:ext cx="3523937" cy="4051225"/>
          </a:xfrm>
        </p:spPr>
        <p:txBody>
          <a:bodyPr>
            <a:normAutofit/>
          </a:bodyPr>
          <a:lstStyle/>
          <a:p>
            <a:pPr marL="0" indent="0">
              <a:buNone/>
            </a:pPr>
            <a:endParaRPr lang="en-US"/>
          </a:p>
          <a:p>
            <a:pPr marL="0" indent="0">
              <a:buNone/>
            </a:pPr>
            <a:endParaRPr lang="en-US"/>
          </a:p>
          <a:p>
            <a:pPr marL="0" indent="0">
              <a:buNone/>
            </a:pPr>
            <a:endParaRPr lang="en-US"/>
          </a:p>
          <a:p>
            <a:pPr marL="0" indent="0">
              <a:buClr>
                <a:schemeClr val="accent2"/>
              </a:buClr>
              <a:buNone/>
            </a:pPr>
            <a:r>
              <a:rPr lang="en-US" sz="2000"/>
              <a:t>Kno2 is an active member of Carequality </a:t>
            </a:r>
          </a:p>
          <a:p>
            <a:pPr marL="0" indent="0">
              <a:buClr>
                <a:schemeClr val="accent2"/>
              </a:buClr>
              <a:buNone/>
            </a:pPr>
            <a:r>
              <a:rPr lang="en-US" sz="2000"/>
              <a:t>Kno2 is an approved implementor of the Carequality Interoperability Framework.</a:t>
            </a:r>
          </a:p>
        </p:txBody>
      </p:sp>
      <p:sp>
        <p:nvSpPr>
          <p:cNvPr id="4" name="Footer Placeholder 3">
            <a:extLst>
              <a:ext uri="{FF2B5EF4-FFF2-40B4-BE49-F238E27FC236}">
                <a16:creationId xmlns:a16="http://schemas.microsoft.com/office/drawing/2014/main" id="{357A78E5-DF50-4CD6-703D-02FF605E6B76}"/>
              </a:ext>
            </a:extLst>
          </p:cNvPr>
          <p:cNvSpPr>
            <a:spLocks noGrp="1"/>
          </p:cNvSpPr>
          <p:nvPr>
            <p:ph type="ftr" sz="quarter" idx="3"/>
          </p:nvPr>
        </p:nvSpPr>
        <p:spPr/>
        <p:txBody>
          <a:bodyPr/>
          <a:lstStyle/>
          <a:p>
            <a:r>
              <a:rPr lang="en-US"/>
              <a:t>© Kno2. All rights reserved.</a:t>
            </a:r>
          </a:p>
        </p:txBody>
      </p:sp>
      <p:sp>
        <p:nvSpPr>
          <p:cNvPr id="5" name="Slide Number Placeholder 4">
            <a:extLst>
              <a:ext uri="{FF2B5EF4-FFF2-40B4-BE49-F238E27FC236}">
                <a16:creationId xmlns:a16="http://schemas.microsoft.com/office/drawing/2014/main" id="{4CFB267B-6E34-F35C-D3E1-9B0D8358A89D}"/>
              </a:ext>
            </a:extLst>
          </p:cNvPr>
          <p:cNvSpPr>
            <a:spLocks noGrp="1"/>
          </p:cNvSpPr>
          <p:nvPr>
            <p:ph type="sldNum" sz="quarter" idx="4"/>
          </p:nvPr>
        </p:nvSpPr>
        <p:spPr/>
        <p:txBody>
          <a:bodyPr/>
          <a:lstStyle/>
          <a:p>
            <a:fld id="{1B9B3185-E874-A849-A012-27E7860D5320}" type="slidenum">
              <a:rPr lang="en-US" smtClean="0"/>
              <a:pPr/>
              <a:t>17</a:t>
            </a:fld>
            <a:endParaRPr lang="en-US"/>
          </a:p>
        </p:txBody>
      </p:sp>
      <p:sp>
        <p:nvSpPr>
          <p:cNvPr id="6" name="Content Placeholder 5">
            <a:extLst>
              <a:ext uri="{FF2B5EF4-FFF2-40B4-BE49-F238E27FC236}">
                <a16:creationId xmlns:a16="http://schemas.microsoft.com/office/drawing/2014/main" id="{43251292-8602-A78D-B1EF-336F54FC8601}"/>
              </a:ext>
            </a:extLst>
          </p:cNvPr>
          <p:cNvSpPr>
            <a:spLocks noGrp="1"/>
          </p:cNvSpPr>
          <p:nvPr>
            <p:ph idx="11"/>
          </p:nvPr>
        </p:nvSpPr>
        <p:spPr>
          <a:xfrm>
            <a:off x="4319040" y="1976773"/>
            <a:ext cx="3523937" cy="4051226"/>
          </a:xfrm>
        </p:spPr>
        <p:txBody>
          <a:bodyPr vert="horz" lIns="182880" tIns="274320" rIns="182880" bIns="274320" rtlCol="0" anchor="t">
            <a:normAutofit/>
          </a:bodyPr>
          <a:lstStyle/>
          <a:p>
            <a:pPr marL="0" indent="0">
              <a:buNone/>
            </a:pPr>
            <a:endParaRPr lang="en-US"/>
          </a:p>
          <a:p>
            <a:pPr marL="0" indent="0">
              <a:buNone/>
            </a:pPr>
            <a:endParaRPr lang="en-US"/>
          </a:p>
          <a:p>
            <a:pPr marL="0" indent="0">
              <a:buNone/>
            </a:pPr>
            <a:endParaRPr lang="en-US"/>
          </a:p>
          <a:p>
            <a:pPr marL="0" indent="0">
              <a:buNone/>
            </a:pPr>
            <a:r>
              <a:rPr lang="en-US" sz="2000" dirty="0">
                <a:latin typeface="Arial"/>
                <a:cs typeface="Arial"/>
              </a:rPr>
              <a:t>Kno2 is an active member of CommonWell Health Alliance® </a:t>
            </a:r>
            <a:endParaRPr lang="en-US" sz="2000" dirty="0"/>
          </a:p>
          <a:p>
            <a:pPr marL="0" indent="0">
              <a:buNone/>
            </a:pPr>
            <a:r>
              <a:rPr lang="en-US" sz="2000" dirty="0">
                <a:latin typeface="Arial"/>
                <a:cs typeface="Arial"/>
              </a:rPr>
              <a:t>Kno2 is </a:t>
            </a:r>
            <a:r>
              <a:rPr lang="en-US" sz="2000" u="sng" dirty="0">
                <a:latin typeface="Arial"/>
                <a:cs typeface="Arial"/>
              </a:rPr>
              <a:t>not</a:t>
            </a:r>
            <a:r>
              <a:rPr lang="en-US" sz="2000" dirty="0">
                <a:latin typeface="Arial"/>
                <a:cs typeface="Arial"/>
              </a:rPr>
              <a:t> a service adopter</a:t>
            </a:r>
            <a:br>
              <a:rPr lang="en-US" dirty="0"/>
            </a:br>
            <a:endParaRPr lang="en-US"/>
          </a:p>
        </p:txBody>
      </p:sp>
      <p:sp>
        <p:nvSpPr>
          <p:cNvPr id="7" name="Content Placeholder 6">
            <a:extLst>
              <a:ext uri="{FF2B5EF4-FFF2-40B4-BE49-F238E27FC236}">
                <a16:creationId xmlns:a16="http://schemas.microsoft.com/office/drawing/2014/main" id="{7AD76EE4-6A9A-C431-E811-45A9789DADB1}"/>
              </a:ext>
            </a:extLst>
          </p:cNvPr>
          <p:cNvSpPr>
            <a:spLocks noGrp="1"/>
          </p:cNvSpPr>
          <p:nvPr>
            <p:ph idx="12"/>
          </p:nvPr>
        </p:nvSpPr>
        <p:spPr>
          <a:xfrm>
            <a:off x="8003500" y="1976773"/>
            <a:ext cx="3523937" cy="4051225"/>
          </a:xfrm>
        </p:spPr>
        <p:txBody>
          <a:bodyPr/>
          <a:lstStyle/>
          <a:p>
            <a:pPr marL="0" indent="0">
              <a:buNone/>
            </a:pPr>
            <a:endParaRPr lang="en-US"/>
          </a:p>
          <a:p>
            <a:pPr marL="0" indent="0">
              <a:buNone/>
            </a:pPr>
            <a:endParaRPr lang="en-US"/>
          </a:p>
          <a:p>
            <a:pPr marL="0" indent="0">
              <a:buNone/>
            </a:pPr>
            <a:endParaRPr lang="en-US"/>
          </a:p>
          <a:p>
            <a:pPr marL="0" indent="0">
              <a:buNone/>
            </a:pPr>
            <a:r>
              <a:rPr lang="en-US" sz="2000"/>
              <a:t>Kno2 is an active member of DirectTrust</a:t>
            </a:r>
          </a:p>
        </p:txBody>
      </p:sp>
      <p:pic>
        <p:nvPicPr>
          <p:cNvPr id="8" name="Picture 7" descr="Logo&#10;&#10;Description automatically generated">
            <a:extLst>
              <a:ext uri="{FF2B5EF4-FFF2-40B4-BE49-F238E27FC236}">
                <a16:creationId xmlns:a16="http://schemas.microsoft.com/office/drawing/2014/main" id="{972D4503-83E7-A95B-0972-303BE0B57A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241" y="2069371"/>
            <a:ext cx="3085619" cy="1047675"/>
          </a:xfrm>
          <a:prstGeom prst="rect">
            <a:avLst/>
          </a:prstGeom>
        </p:spPr>
      </p:pic>
      <p:pic>
        <p:nvPicPr>
          <p:cNvPr id="9" name="Picture 8">
            <a:extLst>
              <a:ext uri="{FF2B5EF4-FFF2-40B4-BE49-F238E27FC236}">
                <a16:creationId xmlns:a16="http://schemas.microsoft.com/office/drawing/2014/main" id="{43EA6C89-3F4B-DF7D-1D35-85403D0A1A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6565" y="2500611"/>
            <a:ext cx="2466037" cy="517868"/>
          </a:xfrm>
          <a:prstGeom prst="rect">
            <a:avLst/>
          </a:prstGeom>
        </p:spPr>
      </p:pic>
      <p:pic>
        <p:nvPicPr>
          <p:cNvPr id="10" name="Picture 9" descr="Logo&#10;&#10;Description automatically generated">
            <a:extLst>
              <a:ext uri="{FF2B5EF4-FFF2-40B4-BE49-F238E27FC236}">
                <a16:creationId xmlns:a16="http://schemas.microsoft.com/office/drawing/2014/main" id="{74A660F5-8FF9-D056-2906-F455B030A4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43746" y="2332948"/>
            <a:ext cx="3010052" cy="873886"/>
          </a:xfrm>
          <a:prstGeom prst="rect">
            <a:avLst/>
          </a:prstGeom>
        </p:spPr>
      </p:pic>
      <p:sp>
        <p:nvSpPr>
          <p:cNvPr id="11" name="TextBox 10">
            <a:extLst>
              <a:ext uri="{FF2B5EF4-FFF2-40B4-BE49-F238E27FC236}">
                <a16:creationId xmlns:a16="http://schemas.microsoft.com/office/drawing/2014/main" id="{F6A0BA2B-9859-1BD2-52BB-B09FF6F2E8B7}"/>
              </a:ext>
            </a:extLst>
          </p:cNvPr>
          <p:cNvSpPr txBox="1"/>
          <p:nvPr/>
        </p:nvSpPr>
        <p:spPr>
          <a:xfrm>
            <a:off x="1825590" y="1053296"/>
            <a:ext cx="8327985" cy="646331"/>
          </a:xfrm>
          <a:prstGeom prst="rect">
            <a:avLst/>
          </a:prstGeom>
          <a:noFill/>
        </p:spPr>
        <p:txBody>
          <a:bodyPr wrap="square" rtlCol="0">
            <a:spAutoFit/>
          </a:bodyPr>
          <a:lstStyle/>
          <a:p>
            <a:r>
              <a:rPr lang="en-US"/>
              <a:t>Integrated partners must adhere to the brand guidelines of these and any other networks the partner gains access to through the Kno2 Communication API</a:t>
            </a:r>
          </a:p>
        </p:txBody>
      </p:sp>
    </p:spTree>
    <p:extLst>
      <p:ext uri="{BB962C8B-B14F-4D97-AF65-F5344CB8AC3E}">
        <p14:creationId xmlns:p14="http://schemas.microsoft.com/office/powerpoint/2010/main" val="935457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71D3789-8379-F44F-A590-CB3C728F7892}"/>
              </a:ext>
            </a:extLst>
          </p:cNvPr>
          <p:cNvSpPr>
            <a:spLocks noGrp="1"/>
          </p:cNvSpPr>
          <p:nvPr>
            <p:ph type="title"/>
          </p:nvPr>
        </p:nvSpPr>
        <p:spPr/>
        <p:txBody>
          <a:bodyPr/>
          <a:lstStyle/>
          <a:p>
            <a:r>
              <a:rPr lang="en-US"/>
              <a:t>Carequality</a:t>
            </a:r>
          </a:p>
        </p:txBody>
      </p:sp>
      <p:sp>
        <p:nvSpPr>
          <p:cNvPr id="4" name="Footer Placeholder 3">
            <a:extLst>
              <a:ext uri="{FF2B5EF4-FFF2-40B4-BE49-F238E27FC236}">
                <a16:creationId xmlns:a16="http://schemas.microsoft.com/office/drawing/2014/main" id="{D8C80576-EAD0-B492-BCBB-84B8CE1FCAB8}"/>
              </a:ext>
            </a:extLst>
          </p:cNvPr>
          <p:cNvSpPr>
            <a:spLocks noGrp="1"/>
          </p:cNvSpPr>
          <p:nvPr>
            <p:ph type="ftr" sz="quarter" idx="3"/>
          </p:nvPr>
        </p:nvSpPr>
        <p:spPr/>
        <p:txBody>
          <a:bodyPr/>
          <a:lstStyle/>
          <a:p>
            <a:r>
              <a:rPr lang="en-US"/>
              <a:t>© Kno2. All rights reserved.</a:t>
            </a:r>
          </a:p>
        </p:txBody>
      </p:sp>
      <p:sp>
        <p:nvSpPr>
          <p:cNvPr id="5" name="Slide Number Placeholder 4">
            <a:extLst>
              <a:ext uri="{FF2B5EF4-FFF2-40B4-BE49-F238E27FC236}">
                <a16:creationId xmlns:a16="http://schemas.microsoft.com/office/drawing/2014/main" id="{8EAB64FA-C6FD-41C2-DE83-92EDACE68F4E}"/>
              </a:ext>
            </a:extLst>
          </p:cNvPr>
          <p:cNvSpPr>
            <a:spLocks noGrp="1"/>
          </p:cNvSpPr>
          <p:nvPr>
            <p:ph type="sldNum" sz="quarter" idx="4"/>
          </p:nvPr>
        </p:nvSpPr>
        <p:spPr/>
        <p:txBody>
          <a:bodyPr/>
          <a:lstStyle/>
          <a:p>
            <a:fld id="{1B9B3185-E874-A849-A012-27E7860D5320}" type="slidenum">
              <a:rPr lang="en-US" smtClean="0"/>
              <a:pPr/>
              <a:t>18</a:t>
            </a:fld>
            <a:endParaRPr lang="en-US"/>
          </a:p>
        </p:txBody>
      </p:sp>
      <p:sp>
        <p:nvSpPr>
          <p:cNvPr id="9" name="Text Placeholder 1">
            <a:extLst>
              <a:ext uri="{FF2B5EF4-FFF2-40B4-BE49-F238E27FC236}">
                <a16:creationId xmlns:a16="http://schemas.microsoft.com/office/drawing/2014/main" id="{7AB990D7-6010-5D2C-6000-2BE2A0B79B35}"/>
              </a:ext>
            </a:extLst>
          </p:cNvPr>
          <p:cNvSpPr txBox="1">
            <a:spLocks/>
          </p:cNvSpPr>
          <p:nvPr/>
        </p:nvSpPr>
        <p:spPr>
          <a:xfrm>
            <a:off x="885748" y="1269135"/>
            <a:ext cx="10420499" cy="5518678"/>
          </a:xfrm>
          <a:prstGeom prst="rect">
            <a:avLst/>
          </a:prstGeom>
        </p:spPr>
        <p:txBody>
          <a:bodyPr vert="horz" lIns="91440" tIns="45720" rIns="91440" bIns="45720" numCol="2" spcCol="365760" rtlCol="0" anchor="ctr"/>
          <a:lstStyle>
            <a:defPPr>
              <a:defRPr lang="en-US"/>
            </a:defPPr>
            <a:lvl1pPr marL="0" algn="l" defTabSz="914400" rtl="0" eaLnBrk="1" latinLnBrk="0" hangingPunct="1">
              <a:defRPr sz="12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31775" indent="-231775">
              <a:buClr>
                <a:schemeClr val="accent2"/>
              </a:buClr>
              <a:buFont typeface="Arial" panose="020B0604020202020204" pitchFamily="34" charset="0"/>
              <a:buChar char="•"/>
            </a:pPr>
            <a:r>
              <a:rPr lang="en-US" sz="1600" b="1">
                <a:solidFill>
                  <a:schemeClr val="tx1"/>
                </a:solidFill>
              </a:rPr>
              <a:t>Kno2 is an active member of Carequality</a:t>
            </a:r>
            <a:r>
              <a:rPr lang="en-US" sz="1600">
                <a:solidFill>
                  <a:schemeClr val="tx1"/>
                </a:solidFill>
              </a:rPr>
              <a:t> </a:t>
            </a:r>
            <a:br>
              <a:rPr lang="en-US" sz="1600">
                <a:solidFill>
                  <a:schemeClr val="tx1"/>
                </a:solidFill>
              </a:rPr>
            </a:br>
            <a:r>
              <a:rPr lang="en-US" sz="1600" err="1">
                <a:solidFill>
                  <a:schemeClr val="accent5"/>
                </a:solidFill>
                <a:hlinkClick r:id="rId2">
                  <a:extLst>
                    <a:ext uri="{A12FA001-AC4F-418D-AE19-62706E023703}">
                      <ahyp:hlinkClr xmlns:ahyp="http://schemas.microsoft.com/office/drawing/2018/hyperlinkcolor" val="tx"/>
                    </a:ext>
                  </a:extLst>
                </a:hlinkClick>
              </a:rPr>
              <a:t>Carequality</a:t>
            </a:r>
            <a:r>
              <a:rPr lang="en-US" sz="1600">
                <a:solidFill>
                  <a:schemeClr val="tx1"/>
                </a:solidFill>
              </a:rPr>
              <a:t> governs a national-level, consensus-built, common interoperability framework to enable exchange between and among health data sharing networks. </a:t>
            </a:r>
          </a:p>
          <a:p>
            <a:pPr marL="231775" indent="-231775">
              <a:buClr>
                <a:schemeClr val="accent2"/>
              </a:buClr>
              <a:buFont typeface="Arial" panose="020B0604020202020204" pitchFamily="34" charset="0"/>
              <a:buChar char="•"/>
            </a:pPr>
            <a:endParaRPr lang="en-US" sz="1600">
              <a:solidFill>
                <a:schemeClr val="tx1"/>
              </a:solidFill>
            </a:endParaRPr>
          </a:p>
          <a:p>
            <a:pPr marL="231775" indent="-231775">
              <a:buClr>
                <a:schemeClr val="accent2"/>
              </a:buClr>
              <a:buFont typeface="Arial" panose="020B0604020202020204" pitchFamily="34" charset="0"/>
              <a:buChar char="•"/>
            </a:pPr>
            <a:r>
              <a:rPr lang="en-US" sz="1600" b="1">
                <a:solidFill>
                  <a:schemeClr val="tx1"/>
                </a:solidFill>
              </a:rPr>
              <a:t>Kno2 is an Implementer of the Carequality Framework</a:t>
            </a:r>
            <a:br>
              <a:rPr lang="en-US" sz="1600">
                <a:solidFill>
                  <a:schemeClr val="tx1"/>
                </a:solidFill>
              </a:rPr>
            </a:br>
            <a:r>
              <a:rPr lang="en-US" sz="1600">
                <a:solidFill>
                  <a:schemeClr val="tx1"/>
                </a:solidFill>
              </a:rPr>
              <a:t>The initial Carequality use case is Query-Based Document Exchange, allowing providers access to electronically query records and retrieve patient information on demand from other providers live on Carequality. </a:t>
            </a:r>
          </a:p>
          <a:p>
            <a:pPr marL="571500" indent="-571500">
              <a:buClr>
                <a:schemeClr val="accent2"/>
              </a:buClr>
              <a:buFont typeface="Arial" panose="020B0604020202020204" pitchFamily="34" charset="0"/>
              <a:buChar char="•"/>
            </a:pPr>
            <a:endParaRPr lang="en-US" sz="1600"/>
          </a:p>
          <a:p>
            <a:pPr marL="571500" indent="-571500">
              <a:buClr>
                <a:schemeClr val="accent2"/>
              </a:buClr>
              <a:buFont typeface="Arial" panose="020B0604020202020204" pitchFamily="34" charset="0"/>
              <a:buChar char="•"/>
            </a:pPr>
            <a:endParaRPr lang="en-US" sz="1600"/>
          </a:p>
          <a:p>
            <a:pPr>
              <a:buClr>
                <a:schemeClr val="accent2"/>
              </a:buClr>
            </a:pPr>
            <a:endParaRPr lang="en-US" sz="1600"/>
          </a:p>
          <a:p>
            <a:pPr marL="571500" indent="-571500">
              <a:buClr>
                <a:schemeClr val="accent2"/>
              </a:buClr>
              <a:buFont typeface="Arial" panose="020B0604020202020204" pitchFamily="34" charset="0"/>
              <a:buChar char="•"/>
            </a:pPr>
            <a:endParaRPr lang="en-US" sz="1600"/>
          </a:p>
          <a:p>
            <a:pPr marL="571500" indent="-571500">
              <a:buClr>
                <a:schemeClr val="accent2"/>
              </a:buClr>
              <a:buFont typeface="Arial" panose="020B0604020202020204" pitchFamily="34" charset="0"/>
              <a:buChar char="•"/>
            </a:pPr>
            <a:endParaRPr lang="en-US" sz="1600"/>
          </a:p>
          <a:p>
            <a:pPr marL="571500" indent="-571500">
              <a:buClr>
                <a:schemeClr val="accent2"/>
              </a:buClr>
              <a:buFont typeface="Arial" panose="020B0604020202020204" pitchFamily="34" charset="0"/>
              <a:buChar char="•"/>
            </a:pPr>
            <a:endParaRPr lang="en-US" sz="1600"/>
          </a:p>
          <a:p>
            <a:pPr marL="571500" indent="-571500">
              <a:buClr>
                <a:schemeClr val="accent2"/>
              </a:buClr>
              <a:buFont typeface="Arial" panose="020B0604020202020204" pitchFamily="34" charset="0"/>
              <a:buChar char="•"/>
            </a:pPr>
            <a:endParaRPr lang="en-US" sz="1600">
              <a:solidFill>
                <a:schemeClr val="tx1"/>
              </a:solidFill>
            </a:endParaRPr>
          </a:p>
          <a:p>
            <a:pPr marL="571500" indent="-571500">
              <a:buClr>
                <a:schemeClr val="accent2"/>
              </a:buClr>
              <a:buFont typeface="Arial" panose="020B0604020202020204" pitchFamily="34" charset="0"/>
              <a:buChar char="•"/>
            </a:pPr>
            <a:endParaRPr lang="en-US" sz="1600">
              <a:solidFill>
                <a:schemeClr val="tx1"/>
              </a:solidFill>
            </a:endParaRPr>
          </a:p>
          <a:p>
            <a:pPr>
              <a:buClr>
                <a:schemeClr val="accent2"/>
              </a:buClr>
            </a:pPr>
            <a:endParaRPr lang="en-US" sz="1600">
              <a:solidFill>
                <a:schemeClr val="tx1"/>
              </a:solidFill>
            </a:endParaRPr>
          </a:p>
          <a:p>
            <a:pPr marL="231775" indent="-231775">
              <a:buClr>
                <a:schemeClr val="accent2"/>
              </a:buClr>
              <a:buFont typeface="Arial" panose="020B0604020202020204" pitchFamily="34" charset="0"/>
              <a:buChar char="•"/>
            </a:pPr>
            <a:r>
              <a:rPr lang="en-US" sz="1600" b="1">
                <a:solidFill>
                  <a:schemeClr val="tx1"/>
                </a:solidFill>
              </a:rPr>
              <a:t>Reciprocity is a condition of participation</a:t>
            </a:r>
            <a:br>
              <a:rPr lang="en-US" sz="1600">
                <a:solidFill>
                  <a:schemeClr val="tx1"/>
                </a:solidFill>
              </a:rPr>
            </a:br>
            <a:r>
              <a:rPr lang="en-US" sz="1600">
                <a:solidFill>
                  <a:schemeClr val="tx1"/>
                </a:solidFill>
              </a:rPr>
              <a:t>Simply put, if providers want to become “initiators” and query of others to pull their information, they also must be a “responder” to the queries of others on the framework. </a:t>
            </a:r>
            <a:br>
              <a:rPr lang="en-US" sz="1600">
                <a:solidFill>
                  <a:schemeClr val="tx1"/>
                </a:solidFill>
              </a:rPr>
            </a:br>
            <a:endParaRPr lang="en-US" sz="1600">
              <a:solidFill>
                <a:schemeClr val="tx1"/>
              </a:solidFill>
            </a:endParaRPr>
          </a:p>
          <a:p>
            <a:pPr marL="231775" indent="-231775">
              <a:buClr>
                <a:schemeClr val="accent2"/>
              </a:buClr>
              <a:buFont typeface="Arial" panose="020B0604020202020204" pitchFamily="34" charset="0"/>
              <a:buChar char="•"/>
            </a:pPr>
            <a:r>
              <a:rPr lang="en-US" sz="1600" b="1">
                <a:solidFill>
                  <a:schemeClr val="tx1"/>
                </a:solidFill>
              </a:rPr>
              <a:t>EHR connectivity to the framework is required </a:t>
            </a:r>
            <a:br>
              <a:rPr lang="en-US" sz="1600" b="1">
                <a:solidFill>
                  <a:schemeClr val="tx1"/>
                </a:solidFill>
              </a:rPr>
            </a:br>
            <a:r>
              <a:rPr lang="en-US" sz="1600">
                <a:solidFill>
                  <a:schemeClr val="tx1"/>
                </a:solidFill>
              </a:rPr>
              <a:t>For healthcare organizations to take advantage of query-based exchange, their EHR must be connected to the Carequality framework</a:t>
            </a:r>
          </a:p>
          <a:p>
            <a:pPr marL="231775" indent="-231775">
              <a:buClr>
                <a:schemeClr val="accent2"/>
              </a:buClr>
              <a:buFont typeface="Arial" panose="020B0604020202020204" pitchFamily="34" charset="0"/>
              <a:buChar char="•"/>
            </a:pPr>
            <a:endParaRPr lang="en-US" sz="1600">
              <a:solidFill>
                <a:schemeClr val="tx1"/>
              </a:solidFill>
            </a:endParaRPr>
          </a:p>
          <a:p>
            <a:pPr marL="231775" indent="-231775">
              <a:buClr>
                <a:schemeClr val="accent2"/>
              </a:buClr>
              <a:buFont typeface="Arial" panose="020B0604020202020204" pitchFamily="34" charset="0"/>
              <a:buChar char="•"/>
            </a:pPr>
            <a:r>
              <a:rPr lang="en-US" sz="1600" b="1">
                <a:solidFill>
                  <a:schemeClr val="tx1"/>
                </a:solidFill>
              </a:rPr>
              <a:t>Exceptions</a:t>
            </a:r>
            <a:r>
              <a:rPr lang="en-US" sz="1600">
                <a:solidFill>
                  <a:schemeClr val="tx1"/>
                </a:solidFill>
              </a:rPr>
              <a:t> called out in Section 3.2.1 for provider organizations without electronic clinical information and Section 3.2.2 for emergency medical service providers with alternate data sharing methods</a:t>
            </a:r>
          </a:p>
          <a:p>
            <a:pPr marL="571500" indent="-571500">
              <a:buClr>
                <a:schemeClr val="accent2"/>
              </a:buClr>
              <a:buFont typeface="Arial" panose="020B0604020202020204" pitchFamily="34" charset="0"/>
              <a:buChar char="•"/>
            </a:pPr>
            <a:endParaRPr lang="en-US" sz="1600">
              <a:solidFill>
                <a:schemeClr val="tx1"/>
              </a:solidFill>
            </a:endParaRPr>
          </a:p>
          <a:p>
            <a:pPr marL="571500" indent="-571500">
              <a:buClr>
                <a:schemeClr val="accent2"/>
              </a:buClr>
              <a:buFont typeface="Arial" panose="020B0604020202020204" pitchFamily="34" charset="0"/>
              <a:buChar char="•"/>
            </a:pPr>
            <a:endParaRPr lang="en-US" sz="1600">
              <a:solidFill>
                <a:schemeClr val="tx1"/>
              </a:solidFill>
            </a:endParaRPr>
          </a:p>
          <a:p>
            <a:pPr>
              <a:buClr>
                <a:schemeClr val="accent2"/>
              </a:buClr>
            </a:pPr>
            <a:endParaRPr lang="en-US" sz="1100" b="1">
              <a:solidFill>
                <a:schemeClr val="tx1"/>
              </a:solidFill>
            </a:endParaRPr>
          </a:p>
          <a:p>
            <a:pPr>
              <a:buClr>
                <a:schemeClr val="accent2"/>
              </a:buClr>
            </a:pPr>
            <a:endParaRPr lang="en-US" sz="1100" b="1">
              <a:solidFill>
                <a:schemeClr val="tx1"/>
              </a:solidFill>
            </a:endParaRPr>
          </a:p>
          <a:p>
            <a:pPr>
              <a:buClr>
                <a:schemeClr val="accent2"/>
              </a:buClr>
            </a:pPr>
            <a:r>
              <a:rPr lang="en-US" sz="1100" b="1">
                <a:solidFill>
                  <a:schemeClr val="tx1"/>
                </a:solidFill>
              </a:rPr>
              <a:t>Resource:</a:t>
            </a:r>
            <a:r>
              <a:rPr lang="en-US" sz="1100" b="1">
                <a:solidFill>
                  <a:schemeClr val="accent5"/>
                </a:solidFill>
              </a:rPr>
              <a:t>  </a:t>
            </a:r>
            <a:r>
              <a:rPr lang="en-US" sz="1100" b="1" u="sng">
                <a:solidFill>
                  <a:schemeClr val="accent5"/>
                </a:solidFill>
                <a:hlinkClick r:id="rId3">
                  <a:extLst>
                    <a:ext uri="{A12FA001-AC4F-418D-AE19-62706E023703}">
                      <ahyp:hlinkClr xmlns:ahyp="http://schemas.microsoft.com/office/drawing/2018/hyperlinkcolor" val="tx"/>
                    </a:ext>
                  </a:extLst>
                </a:hlinkClick>
              </a:rPr>
              <a:t>Carequality Query-Based Document Exchange Implementation Guide</a:t>
            </a:r>
            <a:endParaRPr lang="en-US" sz="1100">
              <a:solidFill>
                <a:schemeClr val="accent5"/>
              </a:solidFill>
            </a:endParaRPr>
          </a:p>
          <a:p>
            <a:pPr marL="571500" indent="-571500">
              <a:buClr>
                <a:schemeClr val="accent2"/>
              </a:buClr>
              <a:buFont typeface="Arial" panose="020B0604020202020204" pitchFamily="34" charset="0"/>
              <a:buChar char="•"/>
            </a:pPr>
            <a:endParaRPr lang="en-US" sz="1600"/>
          </a:p>
        </p:txBody>
      </p:sp>
    </p:spTree>
    <p:extLst>
      <p:ext uri="{BB962C8B-B14F-4D97-AF65-F5344CB8AC3E}">
        <p14:creationId xmlns:p14="http://schemas.microsoft.com/office/powerpoint/2010/main" val="3056700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71D3789-8379-F44F-A590-CB3C728F7892}"/>
              </a:ext>
            </a:extLst>
          </p:cNvPr>
          <p:cNvSpPr>
            <a:spLocks noGrp="1"/>
          </p:cNvSpPr>
          <p:nvPr>
            <p:ph type="title"/>
          </p:nvPr>
        </p:nvSpPr>
        <p:spPr/>
        <p:txBody>
          <a:bodyPr/>
          <a:lstStyle/>
          <a:p>
            <a:r>
              <a:rPr lang="en-US"/>
              <a:t>Carequality</a:t>
            </a:r>
          </a:p>
        </p:txBody>
      </p:sp>
      <p:sp>
        <p:nvSpPr>
          <p:cNvPr id="4" name="Footer Placeholder 3">
            <a:extLst>
              <a:ext uri="{FF2B5EF4-FFF2-40B4-BE49-F238E27FC236}">
                <a16:creationId xmlns:a16="http://schemas.microsoft.com/office/drawing/2014/main" id="{D8C80576-EAD0-B492-BCBB-84B8CE1FCAB8}"/>
              </a:ext>
            </a:extLst>
          </p:cNvPr>
          <p:cNvSpPr>
            <a:spLocks noGrp="1"/>
          </p:cNvSpPr>
          <p:nvPr>
            <p:ph type="ftr" sz="quarter" idx="3"/>
          </p:nvPr>
        </p:nvSpPr>
        <p:spPr/>
        <p:txBody>
          <a:bodyPr/>
          <a:lstStyle/>
          <a:p>
            <a:r>
              <a:rPr lang="en-US"/>
              <a:t>© Kno2. All rights reserved.</a:t>
            </a:r>
          </a:p>
        </p:txBody>
      </p:sp>
      <p:sp>
        <p:nvSpPr>
          <p:cNvPr id="5" name="Slide Number Placeholder 4">
            <a:extLst>
              <a:ext uri="{FF2B5EF4-FFF2-40B4-BE49-F238E27FC236}">
                <a16:creationId xmlns:a16="http://schemas.microsoft.com/office/drawing/2014/main" id="{8EAB64FA-C6FD-41C2-DE83-92EDACE68F4E}"/>
              </a:ext>
            </a:extLst>
          </p:cNvPr>
          <p:cNvSpPr>
            <a:spLocks noGrp="1"/>
          </p:cNvSpPr>
          <p:nvPr>
            <p:ph type="sldNum" sz="quarter" idx="4"/>
          </p:nvPr>
        </p:nvSpPr>
        <p:spPr/>
        <p:txBody>
          <a:bodyPr/>
          <a:lstStyle/>
          <a:p>
            <a:fld id="{1B9B3185-E874-A849-A012-27E7860D5320}" type="slidenum">
              <a:rPr lang="en-US" smtClean="0"/>
              <a:pPr/>
              <a:t>19</a:t>
            </a:fld>
            <a:endParaRPr lang="en-US"/>
          </a:p>
        </p:txBody>
      </p:sp>
      <p:sp>
        <p:nvSpPr>
          <p:cNvPr id="9" name="Text Placeholder 1">
            <a:extLst>
              <a:ext uri="{FF2B5EF4-FFF2-40B4-BE49-F238E27FC236}">
                <a16:creationId xmlns:a16="http://schemas.microsoft.com/office/drawing/2014/main" id="{7AB990D7-6010-5D2C-6000-2BE2A0B79B35}"/>
              </a:ext>
            </a:extLst>
          </p:cNvPr>
          <p:cNvSpPr txBox="1">
            <a:spLocks/>
          </p:cNvSpPr>
          <p:nvPr/>
        </p:nvSpPr>
        <p:spPr>
          <a:xfrm>
            <a:off x="885748" y="1269135"/>
            <a:ext cx="10420499" cy="5518678"/>
          </a:xfrm>
          <a:prstGeom prst="rect">
            <a:avLst/>
          </a:prstGeom>
        </p:spPr>
        <p:txBody>
          <a:bodyPr vert="horz" lIns="91440" tIns="45720" rIns="91440" bIns="45720" numCol="2" spcCol="365760" rtlCol="0" anchor="ctr"/>
          <a:lstStyle>
            <a:defPPr>
              <a:defRPr lang="en-US"/>
            </a:defPPr>
            <a:lvl1pPr marL="0" algn="l" defTabSz="914400" rtl="0" eaLnBrk="1" latinLnBrk="0" hangingPunct="1">
              <a:defRPr sz="12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30188" indent="-230188">
              <a:buClr>
                <a:schemeClr val="accent1"/>
              </a:buClr>
              <a:buFont typeface="Arial" panose="020B0604020202020204" pitchFamily="34" charset="0"/>
              <a:buChar char="•"/>
            </a:pPr>
            <a:r>
              <a:rPr lang="en-US" sz="1600" b="1">
                <a:solidFill>
                  <a:schemeClr val="tx1"/>
                </a:solidFill>
              </a:rPr>
              <a:t>Regardless of who the Carequality Implementer the result is the same</a:t>
            </a:r>
            <a:br>
              <a:rPr lang="en-US" sz="1600">
                <a:solidFill>
                  <a:schemeClr val="tx1"/>
                </a:solidFill>
              </a:rPr>
            </a:br>
            <a:r>
              <a:rPr lang="en-US" sz="1600">
                <a:solidFill>
                  <a:schemeClr val="tx1"/>
                </a:solidFill>
              </a:rPr>
              <a:t>CommonWell is another implementer just like eHealth Exchange, Kno2, Epic and others. Thus, any provider who is live on the Carequality Framework and visible in the directory is also </a:t>
            </a:r>
            <a:r>
              <a:rPr lang="en-US" sz="1600" err="1">
                <a:solidFill>
                  <a:schemeClr val="tx1"/>
                </a:solidFill>
              </a:rPr>
              <a:t>queryable</a:t>
            </a:r>
            <a:r>
              <a:rPr lang="en-US" sz="1600">
                <a:solidFill>
                  <a:schemeClr val="tx1"/>
                </a:solidFill>
              </a:rPr>
              <a:t>.</a:t>
            </a:r>
          </a:p>
          <a:p>
            <a:pPr marL="230188" indent="-230188">
              <a:buClr>
                <a:schemeClr val="accent1"/>
              </a:buClr>
              <a:buFont typeface="Arial" panose="020B0604020202020204" pitchFamily="34" charset="0"/>
              <a:buChar char="•"/>
            </a:pPr>
            <a:endParaRPr lang="en-US" sz="1600">
              <a:solidFill>
                <a:schemeClr val="tx1"/>
              </a:solidFill>
            </a:endParaRPr>
          </a:p>
          <a:p>
            <a:pPr marL="230188" indent="-230188">
              <a:buClr>
                <a:schemeClr val="accent1"/>
              </a:buClr>
              <a:buFont typeface="Arial" panose="020B0604020202020204" pitchFamily="34" charset="0"/>
              <a:buChar char="•"/>
            </a:pPr>
            <a:r>
              <a:rPr lang="en-US" sz="1600" b="1">
                <a:solidFill>
                  <a:schemeClr val="tx1"/>
                </a:solidFill>
              </a:rPr>
              <a:t>Important Note</a:t>
            </a:r>
            <a:br>
              <a:rPr lang="en-US" sz="1600">
                <a:solidFill>
                  <a:schemeClr val="tx1"/>
                </a:solidFill>
              </a:rPr>
            </a:br>
            <a:r>
              <a:rPr lang="en-US" sz="1600">
                <a:solidFill>
                  <a:schemeClr val="tx1"/>
                </a:solidFill>
              </a:rPr>
              <a:t>Keep in mind, just because Epic is an Implementer on the Carequality network and Cerner is a CommonWell member company does not mean that all Epic and Cerner hospitals are participants on the network. The health system, hospital or provider office needs to enable the connectivity and agree to the terms of participation in order to go live in the directory for patient query. </a:t>
            </a:r>
          </a:p>
          <a:p>
            <a:pPr marL="230188" indent="-230188">
              <a:buClr>
                <a:schemeClr val="accent1"/>
              </a:buClr>
              <a:buFont typeface="Arial" panose="020B0604020202020204" pitchFamily="34" charset="0"/>
              <a:buChar char="•"/>
            </a:pPr>
            <a:endParaRPr lang="en-US" sz="1600">
              <a:solidFill>
                <a:schemeClr val="tx1"/>
              </a:solidFill>
            </a:endParaRPr>
          </a:p>
          <a:p>
            <a:pPr marL="230188" indent="-230188">
              <a:buClr>
                <a:schemeClr val="accent1"/>
              </a:buClr>
              <a:buFont typeface="Arial" panose="020B0604020202020204" pitchFamily="34" charset="0"/>
              <a:buChar char="•"/>
            </a:pPr>
            <a:r>
              <a:rPr lang="en-US" sz="1600">
                <a:solidFill>
                  <a:schemeClr val="tx1"/>
                </a:solidFill>
              </a:rPr>
              <a:t>For a listing of all Carequality Implementers, visit </a:t>
            </a:r>
            <a:br>
              <a:rPr lang="en-US" sz="1600"/>
            </a:br>
            <a:r>
              <a:rPr lang="en-US" sz="1600">
                <a:solidFill>
                  <a:schemeClr val="accent5"/>
                </a:solidFill>
                <a:hlinkClick r:id="rId2">
                  <a:extLst>
                    <a:ext uri="{A12FA001-AC4F-418D-AE19-62706E023703}">
                      <ahyp:hlinkClr xmlns:ahyp="http://schemas.microsoft.com/office/drawing/2018/hyperlinkcolor" val="tx"/>
                    </a:ext>
                  </a:extLst>
                </a:hlinkClick>
              </a:rPr>
              <a:t>Members and Supporters – Carequality</a:t>
            </a:r>
            <a:endParaRPr lang="en-US" sz="1600">
              <a:solidFill>
                <a:schemeClr val="accent5"/>
              </a:solidFill>
            </a:endParaRPr>
          </a:p>
          <a:p>
            <a:pPr marL="571500" indent="-571500">
              <a:buClr>
                <a:schemeClr val="accent2"/>
              </a:buClr>
              <a:buFont typeface="Arial" panose="020B0604020202020204" pitchFamily="34" charset="0"/>
              <a:buChar char="•"/>
            </a:pPr>
            <a:endParaRPr lang="en-US" sz="1600"/>
          </a:p>
          <a:p>
            <a:pPr marL="1143000" lvl="1">
              <a:buClr>
                <a:schemeClr val="accent2"/>
              </a:buClr>
            </a:pPr>
            <a:endParaRPr lang="en-US" sz="1600" b="1"/>
          </a:p>
          <a:p>
            <a:pPr marL="687388" lvl="1" indent="-285750">
              <a:buClr>
                <a:schemeClr val="accent1"/>
              </a:buClr>
              <a:buFont typeface="Arial" panose="020B0604020202020204" pitchFamily="34" charset="0"/>
              <a:buChar char="•"/>
            </a:pPr>
            <a:r>
              <a:rPr lang="en-US" sz="1600" b="1"/>
              <a:t>Messaging Tips</a:t>
            </a:r>
            <a:br>
              <a:rPr lang="en-US" sz="1600" b="1"/>
            </a:br>
            <a:r>
              <a:rPr lang="en-US" sz="1600"/>
              <a:t>Carequality is a framework, not a network</a:t>
            </a:r>
            <a:br>
              <a:rPr lang="en-US" sz="1600"/>
            </a:br>
            <a:br>
              <a:rPr lang="en-US" sz="1600"/>
            </a:br>
            <a:r>
              <a:rPr lang="en-US" sz="1600"/>
              <a:t>While the “e” in </a:t>
            </a:r>
            <a:r>
              <a:rPr lang="en-US" sz="1600" err="1"/>
              <a:t>Carequality’s</a:t>
            </a:r>
            <a:r>
              <a:rPr lang="en-US" sz="1600"/>
              <a:t> logo is italicized, it is not necessary to italicize it in plain text or web copy.</a:t>
            </a:r>
          </a:p>
          <a:p>
            <a:pPr marL="687388" lvl="1" indent="-285750">
              <a:buClr>
                <a:schemeClr val="accent1"/>
              </a:buClr>
              <a:buFont typeface="Arial" panose="020B0604020202020204" pitchFamily="34" charset="0"/>
              <a:buChar char="•"/>
            </a:pPr>
            <a:endParaRPr lang="en-US" sz="1600"/>
          </a:p>
          <a:p>
            <a:pPr marL="687388" lvl="1" indent="-285750">
              <a:buClr>
                <a:schemeClr val="accent1"/>
              </a:buClr>
              <a:buFont typeface="Arial" panose="020B0604020202020204" pitchFamily="34" charset="0"/>
              <a:buChar char="•"/>
            </a:pPr>
            <a:r>
              <a:rPr lang="en-US" sz="1600" b="1"/>
              <a:t>Approved marketing language</a:t>
            </a:r>
            <a:br>
              <a:rPr lang="en-US" sz="1600"/>
            </a:br>
            <a:r>
              <a:rPr lang="en-US" sz="1600"/>
              <a:t>“Kno2 is an Implementer of the Carequality framework that allows access to electronically query records and retrieve patient information on demand from providers live on Carequality, including those connected through athenahealth, CommonWell Health Alliance, eClinicalWorks, eHealth Exchange, Epic and others.”</a:t>
            </a:r>
          </a:p>
          <a:p>
            <a:pPr>
              <a:buClr>
                <a:schemeClr val="accent2"/>
              </a:buClr>
            </a:pPr>
            <a:endParaRPr lang="en-US" sz="1000"/>
          </a:p>
        </p:txBody>
      </p:sp>
    </p:spTree>
    <p:extLst>
      <p:ext uri="{BB962C8B-B14F-4D97-AF65-F5344CB8AC3E}">
        <p14:creationId xmlns:p14="http://schemas.microsoft.com/office/powerpoint/2010/main" val="3547933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71D3789-8379-F44F-A590-CB3C728F7892}"/>
              </a:ext>
            </a:extLst>
          </p:cNvPr>
          <p:cNvSpPr>
            <a:spLocks noGrp="1"/>
          </p:cNvSpPr>
          <p:nvPr>
            <p:ph type="title"/>
          </p:nvPr>
        </p:nvSpPr>
        <p:spPr/>
        <p:txBody>
          <a:bodyPr/>
          <a:lstStyle/>
          <a:p>
            <a:r>
              <a:rPr lang="en-US"/>
              <a:t>CommonWell Health Alliance</a:t>
            </a:r>
            <a:r>
              <a:rPr lang="en-US" baseline="30000"/>
              <a:t>®</a:t>
            </a:r>
          </a:p>
        </p:txBody>
      </p:sp>
      <p:sp>
        <p:nvSpPr>
          <p:cNvPr id="4" name="Footer Placeholder 3">
            <a:extLst>
              <a:ext uri="{FF2B5EF4-FFF2-40B4-BE49-F238E27FC236}">
                <a16:creationId xmlns:a16="http://schemas.microsoft.com/office/drawing/2014/main" id="{D8C80576-EAD0-B492-BCBB-84B8CE1FCAB8}"/>
              </a:ext>
            </a:extLst>
          </p:cNvPr>
          <p:cNvSpPr>
            <a:spLocks noGrp="1"/>
          </p:cNvSpPr>
          <p:nvPr>
            <p:ph type="ftr" sz="quarter" idx="3"/>
          </p:nvPr>
        </p:nvSpPr>
        <p:spPr/>
        <p:txBody>
          <a:bodyPr/>
          <a:lstStyle/>
          <a:p>
            <a:r>
              <a:rPr lang="en-US"/>
              <a:t>© Kno2. All rights reserved.</a:t>
            </a:r>
          </a:p>
        </p:txBody>
      </p:sp>
      <p:sp>
        <p:nvSpPr>
          <p:cNvPr id="5" name="Slide Number Placeholder 4">
            <a:extLst>
              <a:ext uri="{FF2B5EF4-FFF2-40B4-BE49-F238E27FC236}">
                <a16:creationId xmlns:a16="http://schemas.microsoft.com/office/drawing/2014/main" id="{8EAB64FA-C6FD-41C2-DE83-92EDACE68F4E}"/>
              </a:ext>
            </a:extLst>
          </p:cNvPr>
          <p:cNvSpPr>
            <a:spLocks noGrp="1"/>
          </p:cNvSpPr>
          <p:nvPr>
            <p:ph type="sldNum" sz="quarter" idx="4"/>
          </p:nvPr>
        </p:nvSpPr>
        <p:spPr/>
        <p:txBody>
          <a:bodyPr/>
          <a:lstStyle/>
          <a:p>
            <a:fld id="{1B9B3185-E874-A849-A012-27E7860D5320}" type="slidenum">
              <a:rPr lang="en-US" smtClean="0"/>
              <a:pPr/>
              <a:t>20</a:t>
            </a:fld>
            <a:endParaRPr lang="en-US"/>
          </a:p>
        </p:txBody>
      </p:sp>
      <p:sp>
        <p:nvSpPr>
          <p:cNvPr id="9" name="Text Placeholder 1">
            <a:extLst>
              <a:ext uri="{FF2B5EF4-FFF2-40B4-BE49-F238E27FC236}">
                <a16:creationId xmlns:a16="http://schemas.microsoft.com/office/drawing/2014/main" id="{7AB990D7-6010-5D2C-6000-2BE2A0B79B35}"/>
              </a:ext>
            </a:extLst>
          </p:cNvPr>
          <p:cNvSpPr txBox="1">
            <a:spLocks/>
          </p:cNvSpPr>
          <p:nvPr/>
        </p:nvSpPr>
        <p:spPr>
          <a:xfrm>
            <a:off x="885748" y="1620144"/>
            <a:ext cx="10420499" cy="3725494"/>
          </a:xfrm>
          <a:prstGeom prst="rect">
            <a:avLst/>
          </a:prstGeom>
        </p:spPr>
        <p:txBody>
          <a:bodyPr vert="horz" lIns="91440" tIns="0" rIns="91440" bIns="0" numCol="1" spcCol="365760" rtlCol="0" anchor="ctr"/>
          <a:lstStyle>
            <a:defPPr>
              <a:defRPr lang="en-US"/>
            </a:defPPr>
            <a:lvl1pPr marL="0" algn="l" defTabSz="914400" rtl="0" eaLnBrk="1" latinLnBrk="0" hangingPunct="1">
              <a:defRPr sz="12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7013" indent="-227013">
              <a:buClr>
                <a:schemeClr val="accent1"/>
              </a:buClr>
              <a:buFont typeface="Arial" panose="020B0604020202020204" pitchFamily="34" charset="0"/>
              <a:buChar char="•"/>
            </a:pPr>
            <a:r>
              <a:rPr lang="en-US" sz="1800" b="1">
                <a:solidFill>
                  <a:schemeClr val="tx1"/>
                </a:solidFill>
              </a:rPr>
              <a:t>Kno2 is an active member of the CommonWell Health Alliance</a:t>
            </a:r>
            <a:r>
              <a:rPr lang="en-US" sz="1800" b="1" baseline="30000">
                <a:solidFill>
                  <a:schemeClr val="tx1"/>
                </a:solidFill>
              </a:rPr>
              <a:t>®</a:t>
            </a:r>
            <a:r>
              <a:rPr lang="en-US" sz="1800">
                <a:solidFill>
                  <a:schemeClr val="tx1"/>
                </a:solidFill>
              </a:rPr>
              <a:t> </a:t>
            </a:r>
            <a:br>
              <a:rPr lang="en-US" sz="1800">
                <a:solidFill>
                  <a:schemeClr val="tx1"/>
                </a:solidFill>
              </a:rPr>
            </a:br>
            <a:r>
              <a:rPr lang="en-US" sz="1800">
                <a:solidFill>
                  <a:schemeClr val="tx1"/>
                </a:solidFill>
              </a:rPr>
              <a:t>We do not directly connect EHRs, providers or patients to this network.</a:t>
            </a:r>
            <a:br>
              <a:rPr lang="en-US" sz="1800">
                <a:solidFill>
                  <a:schemeClr val="tx1"/>
                </a:solidFill>
              </a:rPr>
            </a:br>
            <a:endParaRPr lang="en-US" sz="1800">
              <a:solidFill>
                <a:schemeClr val="tx1"/>
              </a:solidFill>
            </a:endParaRPr>
          </a:p>
          <a:p>
            <a:pPr marL="227013" indent="-227013">
              <a:buClr>
                <a:schemeClr val="accent1"/>
              </a:buClr>
              <a:buFont typeface="Arial" panose="020B0604020202020204" pitchFamily="34" charset="0"/>
              <a:buChar char="•"/>
            </a:pPr>
            <a:r>
              <a:rPr lang="en-US" sz="1800" b="1">
                <a:solidFill>
                  <a:schemeClr val="tx1"/>
                </a:solidFill>
              </a:rPr>
              <a:t>CommonWell is now an Implementer of the Carequality Framework</a:t>
            </a:r>
            <a:br>
              <a:rPr lang="en-US" sz="1800" b="1">
                <a:solidFill>
                  <a:schemeClr val="tx1"/>
                </a:solidFill>
              </a:rPr>
            </a:br>
            <a:r>
              <a:rPr lang="en-US" sz="1800">
                <a:solidFill>
                  <a:schemeClr val="tx1"/>
                </a:solidFill>
              </a:rPr>
              <a:t>Through this connectivity, participating CommonWell member companies can offer this service to their CommonWell-enabled provider sites, allowing them to connect and bilaterally exchange health data with Carequality-enabled health care providers to improve care coordination and delivery. </a:t>
            </a:r>
          </a:p>
          <a:p>
            <a:pPr marL="227013" indent="-227013">
              <a:buClr>
                <a:schemeClr val="accent1"/>
              </a:buClr>
              <a:buFont typeface="Arial" panose="020B0604020202020204" pitchFamily="34" charset="0"/>
              <a:buChar char="•"/>
            </a:pPr>
            <a:endParaRPr lang="en-US" sz="1800">
              <a:solidFill>
                <a:schemeClr val="tx1"/>
              </a:solidFill>
            </a:endParaRPr>
          </a:p>
          <a:p>
            <a:pPr marL="227013" indent="-227013">
              <a:buClr>
                <a:schemeClr val="accent1"/>
              </a:buClr>
              <a:buFont typeface="Arial" panose="020B0604020202020204" pitchFamily="34" charset="0"/>
              <a:buChar char="•"/>
            </a:pPr>
            <a:r>
              <a:rPr lang="en-US" sz="1800" b="1">
                <a:solidFill>
                  <a:schemeClr val="tx1"/>
                </a:solidFill>
              </a:rPr>
              <a:t>Approved CommonWell marketing language</a:t>
            </a:r>
            <a:br>
              <a:rPr lang="en-US" sz="1800" b="1">
                <a:solidFill>
                  <a:schemeClr val="tx1"/>
                </a:solidFill>
              </a:rPr>
            </a:br>
            <a:r>
              <a:rPr lang="en-US" sz="1800">
                <a:solidFill>
                  <a:schemeClr val="tx1"/>
                </a:solidFill>
              </a:rPr>
              <a:t>“</a:t>
            </a:r>
            <a:r>
              <a:rPr lang="en-US" sz="1800" b="1">
                <a:solidFill>
                  <a:schemeClr val="tx1"/>
                </a:solidFill>
              </a:rPr>
              <a:t>…</a:t>
            </a:r>
            <a:r>
              <a:rPr lang="en-US" sz="1800">
                <a:solidFill>
                  <a:schemeClr val="tx1"/>
                </a:solidFill>
              </a:rPr>
              <a:t>patient information query with providers live on Carequality, including those connected through CommonWell Health Alliance”.  This messaging can essentially be used with any other implementor swapped in </a:t>
            </a:r>
            <a:r>
              <a:rPr lang="en-US" sz="1800" err="1">
                <a:solidFill>
                  <a:schemeClr val="tx1"/>
                </a:solidFill>
              </a:rPr>
              <a:t>CommonWell’s</a:t>
            </a:r>
            <a:r>
              <a:rPr lang="en-US" sz="1800">
                <a:solidFill>
                  <a:schemeClr val="tx1"/>
                </a:solidFill>
              </a:rPr>
              <a:t> place and be accurate.</a:t>
            </a:r>
            <a:br>
              <a:rPr lang="en-US" sz="1800" baseline="30000"/>
            </a:br>
            <a:endParaRPr lang="en-US" sz="1000"/>
          </a:p>
        </p:txBody>
      </p:sp>
    </p:spTree>
    <p:extLst>
      <p:ext uri="{BB962C8B-B14F-4D97-AF65-F5344CB8AC3E}">
        <p14:creationId xmlns:p14="http://schemas.microsoft.com/office/powerpoint/2010/main" val="660669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71D3789-8379-F44F-A590-CB3C728F7892}"/>
              </a:ext>
            </a:extLst>
          </p:cNvPr>
          <p:cNvSpPr>
            <a:spLocks noGrp="1"/>
          </p:cNvSpPr>
          <p:nvPr>
            <p:ph type="title"/>
          </p:nvPr>
        </p:nvSpPr>
        <p:spPr/>
        <p:txBody>
          <a:bodyPr/>
          <a:lstStyle/>
          <a:p>
            <a:r>
              <a:rPr lang="en-US"/>
              <a:t>DirectTrust™</a:t>
            </a:r>
          </a:p>
        </p:txBody>
      </p:sp>
      <p:sp>
        <p:nvSpPr>
          <p:cNvPr id="4" name="Footer Placeholder 3">
            <a:extLst>
              <a:ext uri="{FF2B5EF4-FFF2-40B4-BE49-F238E27FC236}">
                <a16:creationId xmlns:a16="http://schemas.microsoft.com/office/drawing/2014/main" id="{D8C80576-EAD0-B492-BCBB-84B8CE1FCAB8}"/>
              </a:ext>
            </a:extLst>
          </p:cNvPr>
          <p:cNvSpPr>
            <a:spLocks noGrp="1"/>
          </p:cNvSpPr>
          <p:nvPr>
            <p:ph type="ftr" sz="quarter" idx="3"/>
          </p:nvPr>
        </p:nvSpPr>
        <p:spPr/>
        <p:txBody>
          <a:bodyPr/>
          <a:lstStyle/>
          <a:p>
            <a:r>
              <a:rPr lang="en-US"/>
              <a:t>© Kno2. All rights reserved.</a:t>
            </a:r>
          </a:p>
        </p:txBody>
      </p:sp>
      <p:sp>
        <p:nvSpPr>
          <p:cNvPr id="5" name="Slide Number Placeholder 4">
            <a:extLst>
              <a:ext uri="{FF2B5EF4-FFF2-40B4-BE49-F238E27FC236}">
                <a16:creationId xmlns:a16="http://schemas.microsoft.com/office/drawing/2014/main" id="{8EAB64FA-C6FD-41C2-DE83-92EDACE68F4E}"/>
              </a:ext>
            </a:extLst>
          </p:cNvPr>
          <p:cNvSpPr>
            <a:spLocks noGrp="1"/>
          </p:cNvSpPr>
          <p:nvPr>
            <p:ph type="sldNum" sz="quarter" idx="4"/>
          </p:nvPr>
        </p:nvSpPr>
        <p:spPr/>
        <p:txBody>
          <a:bodyPr/>
          <a:lstStyle/>
          <a:p>
            <a:fld id="{1B9B3185-E874-A849-A012-27E7860D5320}" type="slidenum">
              <a:rPr lang="en-US" smtClean="0"/>
              <a:pPr/>
              <a:t>21</a:t>
            </a:fld>
            <a:endParaRPr lang="en-US"/>
          </a:p>
        </p:txBody>
      </p:sp>
      <p:sp>
        <p:nvSpPr>
          <p:cNvPr id="9" name="Text Placeholder 1">
            <a:extLst>
              <a:ext uri="{FF2B5EF4-FFF2-40B4-BE49-F238E27FC236}">
                <a16:creationId xmlns:a16="http://schemas.microsoft.com/office/drawing/2014/main" id="{7AB990D7-6010-5D2C-6000-2BE2A0B79B35}"/>
              </a:ext>
            </a:extLst>
          </p:cNvPr>
          <p:cNvSpPr txBox="1">
            <a:spLocks/>
          </p:cNvSpPr>
          <p:nvPr/>
        </p:nvSpPr>
        <p:spPr>
          <a:xfrm>
            <a:off x="885748" y="1620144"/>
            <a:ext cx="10420499" cy="3725494"/>
          </a:xfrm>
          <a:prstGeom prst="rect">
            <a:avLst/>
          </a:prstGeom>
        </p:spPr>
        <p:txBody>
          <a:bodyPr vert="horz" lIns="91440" tIns="0" rIns="91440" bIns="0" numCol="1" spcCol="365760" rtlCol="0" anchor="ctr"/>
          <a:lstStyle>
            <a:defPPr>
              <a:defRPr lang="en-US"/>
            </a:defPPr>
            <a:lvl1pPr marL="0" algn="l" defTabSz="914400" rtl="0" eaLnBrk="1" latinLnBrk="0" hangingPunct="1">
              <a:defRPr sz="12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7013" indent="-227013">
              <a:buClr>
                <a:schemeClr val="accent1"/>
              </a:buClr>
              <a:buFont typeface="Arial" panose="020B0604020202020204" pitchFamily="34" charset="0"/>
              <a:buChar char="•"/>
            </a:pPr>
            <a:r>
              <a:rPr lang="en-US" sz="2000" b="1">
                <a:solidFill>
                  <a:schemeClr val="tx1"/>
                </a:solidFill>
              </a:rPr>
              <a:t>Kno2 is an active member of DirectTrust</a:t>
            </a:r>
            <a:br>
              <a:rPr lang="en-US" sz="2000" b="1">
                <a:solidFill>
                  <a:schemeClr val="tx1"/>
                </a:solidFill>
              </a:rPr>
            </a:br>
            <a:r>
              <a:rPr lang="en-US" sz="2000">
                <a:solidFill>
                  <a:schemeClr val="tx1"/>
                </a:solidFill>
              </a:rPr>
              <a:t>Therefore, we must abide by their Brand Guidelines for key phrases and proper reference in marketing media content</a:t>
            </a:r>
          </a:p>
          <a:p>
            <a:pPr marL="227013" indent="-227013">
              <a:buClr>
                <a:schemeClr val="accent1"/>
              </a:buClr>
              <a:buFont typeface="Arial" panose="020B0604020202020204" pitchFamily="34" charset="0"/>
              <a:buChar char="•"/>
            </a:pPr>
            <a:endParaRPr lang="en-US" sz="2000" b="1">
              <a:solidFill>
                <a:schemeClr val="tx1"/>
              </a:solidFill>
            </a:endParaRPr>
          </a:p>
          <a:p>
            <a:pPr marL="227013" indent="-227013">
              <a:buClr>
                <a:schemeClr val="accent1"/>
              </a:buClr>
              <a:buFont typeface="Arial" panose="020B0604020202020204" pitchFamily="34" charset="0"/>
              <a:buChar char="•"/>
            </a:pPr>
            <a:r>
              <a:rPr lang="en-US" sz="2000" b="1">
                <a:solidFill>
                  <a:schemeClr val="tx1"/>
                </a:solidFill>
              </a:rPr>
              <a:t>Resources: </a:t>
            </a:r>
            <a:br>
              <a:rPr lang="en-US" sz="2000" b="1">
                <a:solidFill>
                  <a:schemeClr val="tx1"/>
                </a:solidFill>
              </a:rPr>
            </a:br>
            <a:r>
              <a:rPr lang="en-US" sz="2000">
                <a:hlinkClick r:id="rId2"/>
              </a:rPr>
              <a:t>DirectTrust Media Kit » DirectTrust</a:t>
            </a:r>
            <a:r>
              <a:rPr lang="en-US" sz="2000"/>
              <a:t> </a:t>
            </a:r>
            <a:r>
              <a:rPr lang="en-US" sz="2000">
                <a:solidFill>
                  <a:schemeClr val="tx1"/>
                </a:solidFill>
              </a:rPr>
              <a:t>to locate up-to-date Brand Guidelines</a:t>
            </a:r>
          </a:p>
          <a:p>
            <a:pPr>
              <a:buClr>
                <a:schemeClr val="accent1"/>
              </a:buClr>
            </a:pPr>
            <a:endParaRPr lang="en-US" sz="2000" b="1">
              <a:solidFill>
                <a:schemeClr val="tx1"/>
              </a:solidFill>
            </a:endParaRPr>
          </a:p>
          <a:p>
            <a:pPr marL="227013" indent="-227013">
              <a:buClr>
                <a:schemeClr val="accent1"/>
              </a:buClr>
              <a:buFont typeface="Arial" panose="020B0604020202020204" pitchFamily="34" charset="0"/>
              <a:buChar char="•"/>
            </a:pPr>
            <a:r>
              <a:rPr lang="en-US" sz="2000">
                <a:solidFill>
                  <a:schemeClr val="tx1"/>
                </a:solidFill>
              </a:rPr>
              <a:t>Kno2 leverages their framework using trusted Health Information Service Providers (HISPs) </a:t>
            </a:r>
            <a:br>
              <a:rPr lang="en-US" sz="2000" baseline="30000"/>
            </a:br>
            <a:endParaRPr lang="en-US" sz="1050"/>
          </a:p>
        </p:txBody>
      </p:sp>
    </p:spTree>
    <p:extLst>
      <p:ext uri="{BB962C8B-B14F-4D97-AF65-F5344CB8AC3E}">
        <p14:creationId xmlns:p14="http://schemas.microsoft.com/office/powerpoint/2010/main" val="149763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71D3789-8379-F44F-A590-CB3C728F7892}"/>
              </a:ext>
            </a:extLst>
          </p:cNvPr>
          <p:cNvSpPr>
            <a:spLocks noGrp="1"/>
          </p:cNvSpPr>
          <p:nvPr>
            <p:ph type="title"/>
          </p:nvPr>
        </p:nvSpPr>
        <p:spPr/>
        <p:txBody>
          <a:bodyPr/>
          <a:lstStyle/>
          <a:p>
            <a:r>
              <a:rPr lang="en-US"/>
              <a:t>DirectTrust Messaging Tips</a:t>
            </a:r>
          </a:p>
        </p:txBody>
      </p:sp>
      <p:sp>
        <p:nvSpPr>
          <p:cNvPr id="4" name="Footer Placeholder 3">
            <a:extLst>
              <a:ext uri="{FF2B5EF4-FFF2-40B4-BE49-F238E27FC236}">
                <a16:creationId xmlns:a16="http://schemas.microsoft.com/office/drawing/2014/main" id="{D8C80576-EAD0-B492-BCBB-84B8CE1FCAB8}"/>
              </a:ext>
            </a:extLst>
          </p:cNvPr>
          <p:cNvSpPr>
            <a:spLocks noGrp="1"/>
          </p:cNvSpPr>
          <p:nvPr>
            <p:ph type="ftr" sz="quarter" idx="3"/>
          </p:nvPr>
        </p:nvSpPr>
        <p:spPr/>
        <p:txBody>
          <a:bodyPr/>
          <a:lstStyle/>
          <a:p>
            <a:r>
              <a:rPr lang="en-US"/>
              <a:t>© Kno2. All rights reserved.</a:t>
            </a:r>
          </a:p>
        </p:txBody>
      </p:sp>
      <p:sp>
        <p:nvSpPr>
          <p:cNvPr id="5" name="Slide Number Placeholder 4">
            <a:extLst>
              <a:ext uri="{FF2B5EF4-FFF2-40B4-BE49-F238E27FC236}">
                <a16:creationId xmlns:a16="http://schemas.microsoft.com/office/drawing/2014/main" id="{8EAB64FA-C6FD-41C2-DE83-92EDACE68F4E}"/>
              </a:ext>
            </a:extLst>
          </p:cNvPr>
          <p:cNvSpPr>
            <a:spLocks noGrp="1"/>
          </p:cNvSpPr>
          <p:nvPr>
            <p:ph type="sldNum" sz="quarter" idx="4"/>
          </p:nvPr>
        </p:nvSpPr>
        <p:spPr/>
        <p:txBody>
          <a:bodyPr/>
          <a:lstStyle/>
          <a:p>
            <a:fld id="{1B9B3185-E874-A849-A012-27E7860D5320}" type="slidenum">
              <a:rPr lang="en-US" smtClean="0"/>
              <a:pPr/>
              <a:t>22</a:t>
            </a:fld>
            <a:endParaRPr lang="en-US"/>
          </a:p>
        </p:txBody>
      </p:sp>
      <p:sp>
        <p:nvSpPr>
          <p:cNvPr id="9" name="Text Placeholder 1">
            <a:extLst>
              <a:ext uri="{FF2B5EF4-FFF2-40B4-BE49-F238E27FC236}">
                <a16:creationId xmlns:a16="http://schemas.microsoft.com/office/drawing/2014/main" id="{7AB990D7-6010-5D2C-6000-2BE2A0B79B35}"/>
              </a:ext>
            </a:extLst>
          </p:cNvPr>
          <p:cNvSpPr txBox="1">
            <a:spLocks/>
          </p:cNvSpPr>
          <p:nvPr/>
        </p:nvSpPr>
        <p:spPr>
          <a:xfrm>
            <a:off x="885748" y="1331711"/>
            <a:ext cx="10976904" cy="4780654"/>
          </a:xfrm>
          <a:prstGeom prst="rect">
            <a:avLst/>
          </a:prstGeom>
        </p:spPr>
        <p:txBody>
          <a:bodyPr vert="horz" lIns="91440" tIns="0" rIns="91440" bIns="0" numCol="1" spcCol="365760" rtlCol="0" anchor="ctr"/>
          <a:lstStyle>
            <a:defPPr>
              <a:defRPr lang="en-US"/>
            </a:defPPr>
            <a:lvl1pPr marL="0" algn="l" defTabSz="914400" rtl="0" eaLnBrk="1" latinLnBrk="0" hangingPunct="1">
              <a:defRPr sz="12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Clr>
                <a:schemeClr val="accent1"/>
              </a:buClr>
              <a:buFont typeface="Arial" panose="020B0604020202020204" pitchFamily="34" charset="0"/>
              <a:buChar char="•"/>
            </a:pPr>
            <a:r>
              <a:rPr lang="en-US" sz="2000" b="1">
                <a:solidFill>
                  <a:schemeClr val="tx1"/>
                </a:solidFill>
              </a:rPr>
              <a:t>Direct Secure Messaging</a:t>
            </a:r>
            <a:br>
              <a:rPr lang="en-US" sz="2000" b="1">
                <a:solidFill>
                  <a:schemeClr val="tx1"/>
                </a:solidFill>
              </a:rPr>
            </a:br>
            <a:r>
              <a:rPr lang="en-US" sz="1600">
                <a:solidFill>
                  <a:schemeClr val="tx1"/>
                </a:solidFill>
              </a:rPr>
              <a:t>The proper use to comply with DirectTrust brand guidelines.  Secure is a key phrase here because of the Federated Agreement each HISP has to sign to comply with the trust framework (identity proofing). Other platforms use Direct messaging, but it is not done through the Direct protocol, so this phrasing sets them apart.</a:t>
            </a:r>
          </a:p>
          <a:p>
            <a:pPr marL="342900" indent="-342900">
              <a:buClr>
                <a:schemeClr val="accent1"/>
              </a:buClr>
              <a:buFont typeface="Arial" panose="020B0604020202020204" pitchFamily="34" charset="0"/>
              <a:buChar char="•"/>
            </a:pPr>
            <a:endParaRPr lang="en-US" sz="2000" b="1">
              <a:solidFill>
                <a:schemeClr val="tx1"/>
              </a:solidFill>
            </a:endParaRPr>
          </a:p>
          <a:p>
            <a:pPr marL="342900" indent="-342900">
              <a:buClr>
                <a:schemeClr val="accent1"/>
              </a:buClr>
              <a:buFont typeface="Arial" panose="020B0604020202020204" pitchFamily="34" charset="0"/>
              <a:buChar char="•"/>
            </a:pPr>
            <a:r>
              <a:rPr lang="en-US" sz="2000" b="1">
                <a:solidFill>
                  <a:schemeClr val="tx1"/>
                </a:solidFill>
              </a:rPr>
              <a:t>Focus on adoption of the Direct Standard™</a:t>
            </a:r>
            <a:br>
              <a:rPr lang="en-US" sz="1800">
                <a:solidFill>
                  <a:schemeClr val="tx1"/>
                </a:solidFill>
              </a:rPr>
            </a:br>
            <a:r>
              <a:rPr lang="en-US" sz="1600">
                <a:solidFill>
                  <a:schemeClr val="tx1"/>
                </a:solidFill>
              </a:rPr>
              <a:t>With Meaningful Use, every certified EHR, from 2014 certification and on, implement the use of Direct Secure Messaging. With over </a:t>
            </a:r>
            <a:r>
              <a:rPr lang="en-US" sz="1600">
                <a:hlinkClick r:id="rId2"/>
              </a:rPr>
              <a:t>2 Billion messages </a:t>
            </a:r>
            <a:r>
              <a:rPr lang="en-US" sz="1600">
                <a:solidFill>
                  <a:schemeClr val="tx1"/>
                </a:solidFill>
              </a:rPr>
              <a:t>sent and received, DirectTrust the largest push-based network in healthcare.</a:t>
            </a:r>
            <a:br>
              <a:rPr lang="en-US" sz="1800">
                <a:solidFill>
                  <a:schemeClr val="tx1"/>
                </a:solidFill>
              </a:rPr>
            </a:br>
            <a:endParaRPr lang="en-US" sz="1800">
              <a:solidFill>
                <a:schemeClr val="tx1"/>
              </a:solidFill>
            </a:endParaRPr>
          </a:p>
          <a:p>
            <a:pPr marL="342900" indent="-342900">
              <a:buClr>
                <a:schemeClr val="accent1"/>
              </a:buClr>
              <a:buFont typeface="Arial" panose="020B0604020202020204" pitchFamily="34" charset="0"/>
              <a:buChar char="•"/>
            </a:pPr>
            <a:r>
              <a:rPr lang="en-US" sz="2000" b="1">
                <a:solidFill>
                  <a:schemeClr val="tx1"/>
                </a:solidFill>
              </a:rPr>
              <a:t>DirectTrust </a:t>
            </a:r>
            <a:r>
              <a:rPr lang="en-US" sz="2000" b="1" err="1">
                <a:solidFill>
                  <a:schemeClr val="tx1"/>
                </a:solidFill>
              </a:rPr>
              <a:t>Accredidation</a:t>
            </a:r>
            <a:r>
              <a:rPr lang="en-US" sz="2000" b="1">
                <a:solidFill>
                  <a:schemeClr val="tx1"/>
                </a:solidFill>
              </a:rPr>
              <a:t>/Membership is not required to leverage the Direct Standard™</a:t>
            </a:r>
            <a:br>
              <a:rPr lang="en-US" sz="1800" b="1">
                <a:solidFill>
                  <a:schemeClr val="tx1"/>
                </a:solidFill>
              </a:rPr>
            </a:br>
            <a:r>
              <a:rPr lang="en-US" sz="1600">
                <a:solidFill>
                  <a:schemeClr val="tx1"/>
                </a:solidFill>
              </a:rPr>
              <a:t>The Direct Standard is an open standard and the vast majority of those who use the standard are a part of the DirectTrust network, either through membership or the community. </a:t>
            </a:r>
            <a:br>
              <a:rPr lang="en-US" sz="1600">
                <a:solidFill>
                  <a:schemeClr val="tx1"/>
                </a:solidFill>
              </a:rPr>
            </a:br>
            <a:endParaRPr lang="en-US" sz="1600">
              <a:solidFill>
                <a:schemeClr val="tx1"/>
              </a:solidFill>
            </a:endParaRPr>
          </a:p>
          <a:p>
            <a:pPr marL="342900" indent="-342900">
              <a:buClr>
                <a:schemeClr val="accent1"/>
              </a:buClr>
              <a:buFont typeface="Arial" panose="020B0604020202020204" pitchFamily="34" charset="0"/>
              <a:buChar char="•"/>
            </a:pPr>
            <a:r>
              <a:rPr lang="en-US" sz="2000" b="1">
                <a:solidFill>
                  <a:schemeClr val="tx1"/>
                </a:solidFill>
              </a:rPr>
              <a:t>DirectTrust Directory</a:t>
            </a:r>
            <a:br>
              <a:rPr lang="en-US" sz="1800">
                <a:solidFill>
                  <a:schemeClr val="tx1"/>
                </a:solidFill>
              </a:rPr>
            </a:br>
            <a:r>
              <a:rPr lang="en-US" sz="1600">
                <a:solidFill>
                  <a:schemeClr val="tx1"/>
                </a:solidFill>
              </a:rPr>
              <a:t>Number of Addresses reported on their website will always be larger than the number found in the DirectTrust Directory because healthcare organizations can decide whether to “publish” their addresses in the directory. Patient/Consumer addresses are currently not published in the Directory and there are currently no plans to publish. </a:t>
            </a:r>
          </a:p>
        </p:txBody>
      </p:sp>
    </p:spTree>
    <p:extLst>
      <p:ext uri="{BB962C8B-B14F-4D97-AF65-F5344CB8AC3E}">
        <p14:creationId xmlns:p14="http://schemas.microsoft.com/office/powerpoint/2010/main" val="2356977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6">
            <a:extLst>
              <a:ext uri="{FF2B5EF4-FFF2-40B4-BE49-F238E27FC236}">
                <a16:creationId xmlns:a16="http://schemas.microsoft.com/office/drawing/2014/main" id="{7A1C82A2-A477-D42B-BE7A-67E81C36F9EB}"/>
              </a:ext>
            </a:extLst>
          </p:cNvPr>
          <p:cNvGraphicFramePr>
            <a:graphicFrameLocks noGrp="1"/>
          </p:cNvGraphicFramePr>
          <p:nvPr>
            <p:extLst>
              <p:ext uri="{D42A27DB-BD31-4B8C-83A1-F6EECF244321}">
                <p14:modId xmlns:p14="http://schemas.microsoft.com/office/powerpoint/2010/main" val="4162595523"/>
              </p:ext>
            </p:extLst>
          </p:nvPr>
        </p:nvGraphicFramePr>
        <p:xfrm>
          <a:off x="625332" y="1510236"/>
          <a:ext cx="11071623" cy="4534193"/>
        </p:xfrm>
        <a:graphic>
          <a:graphicData uri="http://schemas.openxmlformats.org/drawingml/2006/table">
            <a:tbl>
              <a:tblPr firstRow="1" bandRow="1">
                <a:tableStyleId>{5940675A-B579-460E-94D1-54222C63F5DA}</a:tableStyleId>
              </a:tblPr>
              <a:tblGrid>
                <a:gridCol w="3221047">
                  <a:extLst>
                    <a:ext uri="{9D8B030D-6E8A-4147-A177-3AD203B41FA5}">
                      <a16:colId xmlns:a16="http://schemas.microsoft.com/office/drawing/2014/main" val="1550105132"/>
                    </a:ext>
                  </a:extLst>
                </a:gridCol>
                <a:gridCol w="3911273">
                  <a:extLst>
                    <a:ext uri="{9D8B030D-6E8A-4147-A177-3AD203B41FA5}">
                      <a16:colId xmlns:a16="http://schemas.microsoft.com/office/drawing/2014/main" val="167993960"/>
                    </a:ext>
                  </a:extLst>
                </a:gridCol>
                <a:gridCol w="3939303">
                  <a:extLst>
                    <a:ext uri="{9D8B030D-6E8A-4147-A177-3AD203B41FA5}">
                      <a16:colId xmlns:a16="http://schemas.microsoft.com/office/drawing/2014/main" val="1091593218"/>
                    </a:ext>
                  </a:extLst>
                </a:gridCol>
              </a:tblGrid>
              <a:tr h="887105">
                <a:tc>
                  <a:txBody>
                    <a:bodyPr/>
                    <a:lstStyle/>
                    <a:p>
                      <a:endParaRPr lang="en-US" sz="1100"/>
                    </a:p>
                  </a:txBody>
                  <a:tcPr/>
                </a:tc>
                <a:tc>
                  <a:txBody>
                    <a:bodyPr/>
                    <a:lstStyle/>
                    <a:p>
                      <a:pPr algn="l"/>
                      <a:r>
                        <a:rPr lang="en-US" sz="1400"/>
                        <a:t>Must comply with DirectTrust brand guidelines for usage.</a:t>
                      </a:r>
                    </a:p>
                    <a:p>
                      <a:pPr algn="l"/>
                      <a:endParaRPr lang="en-US" sz="1400"/>
                    </a:p>
                    <a:p>
                      <a:pPr algn="l"/>
                      <a:r>
                        <a:rPr lang="en-US" sz="1400">
                          <a:hlinkClick r:id="rId2"/>
                        </a:rPr>
                        <a:t>DirectTrust Media Kit » DirectTrust</a:t>
                      </a:r>
                      <a:r>
                        <a:rPr lang="en-US" sz="1400"/>
                        <a:t> </a:t>
                      </a:r>
                    </a:p>
                  </a:txBody>
                  <a:tcPr/>
                </a:tc>
                <a:tc>
                  <a:txBody>
                    <a:bodyPr/>
                    <a:lstStyle/>
                    <a:p>
                      <a:pPr algn="l"/>
                      <a:r>
                        <a:rPr lang="en-US" sz="1400"/>
                        <a:t>If the Kno2 integrated Partners is using the Send and Receive API, the integration is enabled with a Kno2 addresses that can leverage the Direct Standard™.  </a:t>
                      </a:r>
                    </a:p>
                  </a:txBody>
                  <a:tcPr/>
                </a:tc>
                <a:extLst>
                  <a:ext uri="{0D108BD9-81ED-4DB2-BD59-A6C34878D82A}">
                    <a16:rowId xmlns:a16="http://schemas.microsoft.com/office/drawing/2014/main" val="1775767047"/>
                  </a:ext>
                </a:extLst>
              </a:tr>
              <a:tr h="887105">
                <a:tc>
                  <a:txBody>
                    <a:bodyPr/>
                    <a:lstStyle/>
                    <a:p>
                      <a:endParaRPr lang="en-US" sz="1100"/>
                    </a:p>
                  </a:txBody>
                  <a:tcPr/>
                </a:tc>
                <a:tc>
                  <a:txBody>
                    <a:bodyPr/>
                    <a:lstStyle/>
                    <a:p>
                      <a:pPr algn="l"/>
                      <a:r>
                        <a:rPr lang="en-US" sz="1400"/>
                        <a:t>Issued by </a:t>
                      </a:r>
                      <a:r>
                        <a:rPr lang="en-US" sz="1400" err="1"/>
                        <a:t>DirectTrust</a:t>
                      </a:r>
                      <a:r>
                        <a:rPr lang="en-US" sz="1400"/>
                        <a:t> to paying members.</a:t>
                      </a:r>
                    </a:p>
                  </a:txBody>
                  <a:tcPr/>
                </a:tc>
                <a:tc>
                  <a:txBody>
                    <a:bodyPr/>
                    <a:lstStyle/>
                    <a:p>
                      <a:pPr marL="0" marR="0" lvl="0" indent="0" algn="l" defTabSz="825500" eaLnBrk="1" fontAlgn="auto" latinLnBrk="0" hangingPunct="1">
                        <a:lnSpc>
                          <a:spcPct val="100000"/>
                        </a:lnSpc>
                        <a:spcBef>
                          <a:spcPts val="0"/>
                        </a:spcBef>
                        <a:spcAft>
                          <a:spcPts val="0"/>
                        </a:spcAft>
                        <a:buClrTx/>
                        <a:buSzTx/>
                        <a:buFontTx/>
                        <a:buNone/>
                        <a:tabLst/>
                        <a:defRPr/>
                      </a:pPr>
                      <a:r>
                        <a:rPr lang="en-US" sz="1400"/>
                        <a:t>Kno2 Partners must be </a:t>
                      </a:r>
                      <a:r>
                        <a:rPr lang="en-US" sz="1400" err="1"/>
                        <a:t>DirectTrust</a:t>
                      </a:r>
                      <a:r>
                        <a:rPr lang="en-US" sz="1400"/>
                        <a:t> members and be issued their member logo by </a:t>
                      </a:r>
                      <a:r>
                        <a:rPr lang="en-US" sz="1400" err="1"/>
                        <a:t>DirectTrust</a:t>
                      </a:r>
                      <a:r>
                        <a:rPr lang="en-US" sz="1400"/>
                        <a:t> in order to use it.</a:t>
                      </a:r>
                    </a:p>
                    <a:p>
                      <a:pPr algn="l"/>
                      <a:endParaRPr lang="en-US" sz="1400"/>
                    </a:p>
                  </a:txBody>
                  <a:tcPr/>
                </a:tc>
                <a:extLst>
                  <a:ext uri="{0D108BD9-81ED-4DB2-BD59-A6C34878D82A}">
                    <a16:rowId xmlns:a16="http://schemas.microsoft.com/office/drawing/2014/main" val="3758887849"/>
                  </a:ext>
                </a:extLst>
              </a:tr>
              <a:tr h="1087419">
                <a:tc>
                  <a:txBody>
                    <a:bodyPr/>
                    <a:lstStyle/>
                    <a:p>
                      <a:endParaRPr lang="en-US" sz="1100"/>
                    </a:p>
                  </a:txBody>
                  <a:tcPr/>
                </a:tc>
                <a:tc>
                  <a:txBody>
                    <a:bodyPr/>
                    <a:lstStyle/>
                    <a:p>
                      <a:pPr marL="0" marR="0" lvl="0" indent="0" algn="l" defTabSz="825500" eaLnBrk="1" fontAlgn="auto" latinLnBrk="0" hangingPunct="1">
                        <a:lnSpc>
                          <a:spcPct val="100000"/>
                        </a:lnSpc>
                        <a:spcBef>
                          <a:spcPts val="0"/>
                        </a:spcBef>
                        <a:spcAft>
                          <a:spcPts val="0"/>
                        </a:spcAft>
                        <a:buClrTx/>
                        <a:buSzTx/>
                        <a:buFontTx/>
                        <a:buNone/>
                        <a:tabLst/>
                        <a:defRPr/>
                      </a:pPr>
                      <a:r>
                        <a:rPr lang="en-US" sz="1400"/>
                        <a:t>Must comply with </a:t>
                      </a:r>
                      <a:r>
                        <a:rPr lang="en-US" sz="1400" err="1"/>
                        <a:t>Carequality</a:t>
                      </a:r>
                      <a:r>
                        <a:rPr lang="en-US" sz="1400"/>
                        <a:t> brand guidelines for usage.</a:t>
                      </a:r>
                    </a:p>
                    <a:p>
                      <a:pPr algn="l"/>
                      <a:endParaRPr lang="en-US" sz="1400"/>
                    </a:p>
                  </a:txBody>
                  <a:tcPr/>
                </a:tc>
                <a:tc>
                  <a:txBody>
                    <a:bodyPr/>
                    <a:lstStyle/>
                    <a:p>
                      <a:pPr algn="l"/>
                      <a:r>
                        <a:rPr lang="en-US" sz="1400"/>
                        <a:t>If the Kno2 integrated Partner has consumed the Kno2 Find API for connection to </a:t>
                      </a:r>
                      <a:r>
                        <a:rPr lang="en-US" sz="1400" err="1"/>
                        <a:t>Carequality</a:t>
                      </a:r>
                      <a:r>
                        <a:rPr lang="en-US" sz="1400"/>
                        <a:t>, they can use this mark.  </a:t>
                      </a:r>
                    </a:p>
                    <a:p>
                      <a:pPr algn="l"/>
                      <a:endParaRPr lang="en-US" sz="1400"/>
                    </a:p>
                    <a:p>
                      <a:pPr algn="l"/>
                      <a:r>
                        <a:rPr lang="en-US" sz="1400"/>
                        <a:t>I White Label partner may use this mark.</a:t>
                      </a:r>
                    </a:p>
                  </a:txBody>
                  <a:tcPr/>
                </a:tc>
                <a:extLst>
                  <a:ext uri="{0D108BD9-81ED-4DB2-BD59-A6C34878D82A}">
                    <a16:rowId xmlns:a16="http://schemas.microsoft.com/office/drawing/2014/main" val="3526500614"/>
                  </a:ext>
                </a:extLst>
              </a:tr>
              <a:tr h="1486193">
                <a:tc>
                  <a:txBody>
                    <a:bodyPr/>
                    <a:lstStyle/>
                    <a:p>
                      <a:endParaRPr lang="en-US" sz="1100"/>
                    </a:p>
                  </a:txBody>
                  <a:tcPr/>
                </a:tc>
                <a:tc>
                  <a:txBody>
                    <a:bodyPr/>
                    <a:lstStyle/>
                    <a:p>
                      <a:pPr marL="0" marR="0" lvl="0" indent="0" algn="l" defTabSz="825500" eaLnBrk="1" fontAlgn="auto" latinLnBrk="0" hangingPunct="1">
                        <a:lnSpc>
                          <a:spcPct val="100000"/>
                        </a:lnSpc>
                        <a:spcBef>
                          <a:spcPts val="0"/>
                        </a:spcBef>
                        <a:spcAft>
                          <a:spcPts val="0"/>
                        </a:spcAft>
                        <a:buClrTx/>
                        <a:buSzTx/>
                        <a:buFontTx/>
                        <a:buNone/>
                        <a:tabLst/>
                        <a:defRPr/>
                      </a:pPr>
                      <a:r>
                        <a:rPr lang="en-US" sz="1400"/>
                        <a:t>The </a:t>
                      </a:r>
                      <a:r>
                        <a:rPr lang="en-US" sz="1400" err="1"/>
                        <a:t>CommonWelll</a:t>
                      </a:r>
                      <a:r>
                        <a:rPr lang="en-US" sz="1400"/>
                        <a:t> Health Alliance logo can only be used by members of </a:t>
                      </a:r>
                      <a:r>
                        <a:rPr lang="en-US" sz="1400" err="1"/>
                        <a:t>CommonWell</a:t>
                      </a:r>
                      <a:r>
                        <a:rPr lang="en-US" sz="1400"/>
                        <a:t>.  </a:t>
                      </a:r>
                    </a:p>
                    <a:p>
                      <a:pPr marL="0" marR="0" lvl="0" indent="0" algn="l" defTabSz="825500" eaLnBrk="1" fontAlgn="auto" latinLnBrk="0" hangingPunct="1">
                        <a:lnSpc>
                          <a:spcPct val="100000"/>
                        </a:lnSpc>
                        <a:spcBef>
                          <a:spcPts val="0"/>
                        </a:spcBef>
                        <a:spcAft>
                          <a:spcPts val="0"/>
                        </a:spcAft>
                        <a:buClrTx/>
                        <a:buSzTx/>
                        <a:buFontTx/>
                        <a:buNone/>
                        <a:tabLst/>
                        <a:defRPr/>
                      </a:pPr>
                      <a:endParaRPr lang="en-US" sz="1400"/>
                    </a:p>
                    <a:p>
                      <a:pPr marL="0" marR="0" lvl="0" indent="0" algn="l" defTabSz="825500" eaLnBrk="1" fontAlgn="auto" latinLnBrk="0" hangingPunct="1">
                        <a:lnSpc>
                          <a:spcPct val="100000"/>
                        </a:lnSpc>
                        <a:spcBef>
                          <a:spcPts val="0"/>
                        </a:spcBef>
                        <a:spcAft>
                          <a:spcPts val="0"/>
                        </a:spcAft>
                        <a:buClrTx/>
                        <a:buSzTx/>
                        <a:buFontTx/>
                        <a:buNone/>
                        <a:tabLst/>
                        <a:defRPr/>
                      </a:pPr>
                      <a:r>
                        <a:rPr lang="en-US" sz="1400"/>
                        <a:t>Must comply with CommonWell Health Alliance brand guidelines for usage.</a:t>
                      </a:r>
                    </a:p>
                  </a:txBody>
                  <a:tcPr/>
                </a:tc>
                <a:tc>
                  <a:txBody>
                    <a:bodyPr/>
                    <a:lstStyle/>
                    <a:p>
                      <a:pPr algn="l"/>
                      <a:r>
                        <a:rPr lang="en-US" sz="1400"/>
                        <a:t>Kno2 Partners who are not members of </a:t>
                      </a:r>
                      <a:r>
                        <a:rPr lang="en-US" sz="1400" err="1"/>
                        <a:t>CommonWell</a:t>
                      </a:r>
                      <a:r>
                        <a:rPr lang="en-US" sz="1400"/>
                        <a:t> Health Alliance cannot use this logo mark.  </a:t>
                      </a:r>
                    </a:p>
                  </a:txBody>
                  <a:tcPr/>
                </a:tc>
                <a:extLst>
                  <a:ext uri="{0D108BD9-81ED-4DB2-BD59-A6C34878D82A}">
                    <a16:rowId xmlns:a16="http://schemas.microsoft.com/office/drawing/2014/main" val="1689125114"/>
                  </a:ext>
                </a:extLst>
              </a:tr>
            </a:tbl>
          </a:graphicData>
        </a:graphic>
      </p:graphicFrame>
      <p:sp>
        <p:nvSpPr>
          <p:cNvPr id="2" name="Title 1">
            <a:extLst>
              <a:ext uri="{FF2B5EF4-FFF2-40B4-BE49-F238E27FC236}">
                <a16:creationId xmlns:a16="http://schemas.microsoft.com/office/drawing/2014/main" id="{A1AC5817-F6AB-8CDA-8102-5DB2D7AB4C4F}"/>
              </a:ext>
            </a:extLst>
          </p:cNvPr>
          <p:cNvSpPr>
            <a:spLocks noGrp="1"/>
          </p:cNvSpPr>
          <p:nvPr>
            <p:ph type="title"/>
          </p:nvPr>
        </p:nvSpPr>
        <p:spPr/>
        <p:txBody>
          <a:bodyPr/>
          <a:lstStyle/>
          <a:p>
            <a:r>
              <a:rPr lang="en-US"/>
              <a:t>Logo Use</a:t>
            </a:r>
          </a:p>
        </p:txBody>
      </p:sp>
      <p:sp>
        <p:nvSpPr>
          <p:cNvPr id="4" name="Footer Placeholder 3">
            <a:extLst>
              <a:ext uri="{FF2B5EF4-FFF2-40B4-BE49-F238E27FC236}">
                <a16:creationId xmlns:a16="http://schemas.microsoft.com/office/drawing/2014/main" id="{C7CEBDF8-ABA3-4154-BB0A-068FA05A68BB}"/>
              </a:ext>
            </a:extLst>
          </p:cNvPr>
          <p:cNvSpPr>
            <a:spLocks noGrp="1"/>
          </p:cNvSpPr>
          <p:nvPr>
            <p:ph type="ftr" sz="quarter" idx="3"/>
          </p:nvPr>
        </p:nvSpPr>
        <p:spPr/>
        <p:txBody>
          <a:bodyPr/>
          <a:lstStyle/>
          <a:p>
            <a:r>
              <a:rPr lang="en-US"/>
              <a:t>© Kno2. All rights reserved.</a:t>
            </a:r>
          </a:p>
        </p:txBody>
      </p:sp>
      <p:sp>
        <p:nvSpPr>
          <p:cNvPr id="5" name="Slide Number Placeholder 4">
            <a:extLst>
              <a:ext uri="{FF2B5EF4-FFF2-40B4-BE49-F238E27FC236}">
                <a16:creationId xmlns:a16="http://schemas.microsoft.com/office/drawing/2014/main" id="{B58ABD6B-76E5-5014-BB30-BE45E75D44C3}"/>
              </a:ext>
            </a:extLst>
          </p:cNvPr>
          <p:cNvSpPr>
            <a:spLocks noGrp="1"/>
          </p:cNvSpPr>
          <p:nvPr>
            <p:ph type="sldNum" sz="quarter" idx="4"/>
          </p:nvPr>
        </p:nvSpPr>
        <p:spPr/>
        <p:txBody>
          <a:bodyPr/>
          <a:lstStyle/>
          <a:p>
            <a:fld id="{1B9B3185-E874-A849-A012-27E7860D5320}" type="slidenum">
              <a:rPr lang="en-US" smtClean="0"/>
              <a:pPr/>
              <a:t>23</a:t>
            </a:fld>
            <a:endParaRPr lang="en-US"/>
          </a:p>
        </p:txBody>
      </p:sp>
      <p:pic>
        <p:nvPicPr>
          <p:cNvPr id="6" name="Picture 5" descr="Graphical user interface, text, application&#10;&#10;Description automatically generated">
            <a:extLst>
              <a:ext uri="{FF2B5EF4-FFF2-40B4-BE49-F238E27FC236}">
                <a16:creationId xmlns:a16="http://schemas.microsoft.com/office/drawing/2014/main" id="{3DDBC85A-4481-9640-F9EE-98BD6026AE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5644" y="2461151"/>
            <a:ext cx="1821617" cy="1000510"/>
          </a:xfrm>
          <a:prstGeom prst="rect">
            <a:avLst/>
          </a:prstGeom>
        </p:spPr>
      </p:pic>
      <p:pic>
        <p:nvPicPr>
          <p:cNvPr id="7" name="Picture 6" descr="Logo&#10;&#10;Description automatically generated">
            <a:extLst>
              <a:ext uri="{FF2B5EF4-FFF2-40B4-BE49-F238E27FC236}">
                <a16:creationId xmlns:a16="http://schemas.microsoft.com/office/drawing/2014/main" id="{89A8B3A4-7B62-B974-B99E-E15866CD38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6190" y="1714987"/>
            <a:ext cx="2079817" cy="603817"/>
          </a:xfrm>
          <a:prstGeom prst="rect">
            <a:avLst/>
          </a:prstGeom>
        </p:spPr>
      </p:pic>
      <p:pic>
        <p:nvPicPr>
          <p:cNvPr id="9" name="Picture 8">
            <a:extLst>
              <a:ext uri="{FF2B5EF4-FFF2-40B4-BE49-F238E27FC236}">
                <a16:creationId xmlns:a16="http://schemas.microsoft.com/office/drawing/2014/main" id="{DE889120-F009-56AB-CA31-5E47AEBCA5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5225" y="4945551"/>
            <a:ext cx="2160782" cy="453765"/>
          </a:xfrm>
          <a:prstGeom prst="rect">
            <a:avLst/>
          </a:prstGeom>
        </p:spPr>
      </p:pic>
      <p:pic>
        <p:nvPicPr>
          <p:cNvPr id="10" name="Picture 9" descr="Logo&#10;&#10;Description automatically generated">
            <a:extLst>
              <a:ext uri="{FF2B5EF4-FFF2-40B4-BE49-F238E27FC236}">
                <a16:creationId xmlns:a16="http://schemas.microsoft.com/office/drawing/2014/main" id="{B1F654FE-386F-F921-D1EF-CF74E418688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199" y="3494954"/>
            <a:ext cx="2729198" cy="926658"/>
          </a:xfrm>
          <a:prstGeom prst="rect">
            <a:avLst/>
          </a:prstGeom>
        </p:spPr>
      </p:pic>
    </p:spTree>
    <p:extLst>
      <p:ext uri="{BB962C8B-B14F-4D97-AF65-F5344CB8AC3E}">
        <p14:creationId xmlns:p14="http://schemas.microsoft.com/office/powerpoint/2010/main" val="1882927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346E58-2E9C-7C70-9ACB-5ACEEFCDEE95}"/>
              </a:ext>
            </a:extLst>
          </p:cNvPr>
          <p:cNvSpPr>
            <a:spLocks noGrp="1"/>
          </p:cNvSpPr>
          <p:nvPr>
            <p:ph type="title"/>
          </p:nvPr>
        </p:nvSpPr>
        <p:spPr/>
        <p:txBody>
          <a:bodyPr>
            <a:normAutofit/>
          </a:bodyPr>
          <a:lstStyle/>
          <a:p>
            <a:r>
              <a:rPr lang="en-US"/>
              <a:t>Legal Guidelines</a:t>
            </a:r>
          </a:p>
        </p:txBody>
      </p:sp>
      <p:sp>
        <p:nvSpPr>
          <p:cNvPr id="3" name="Footer Placeholder 2">
            <a:extLst>
              <a:ext uri="{FF2B5EF4-FFF2-40B4-BE49-F238E27FC236}">
                <a16:creationId xmlns:a16="http://schemas.microsoft.com/office/drawing/2014/main" id="{3F9E9ED0-7D1A-E93F-715D-125DF5A2D39D}"/>
              </a:ext>
            </a:extLst>
          </p:cNvPr>
          <p:cNvSpPr>
            <a:spLocks noGrp="1"/>
          </p:cNvSpPr>
          <p:nvPr>
            <p:ph type="ftr" sz="quarter" idx="11"/>
          </p:nvPr>
        </p:nvSpPr>
        <p:spPr/>
        <p:txBody>
          <a:bodyPr/>
          <a:lstStyle/>
          <a:p>
            <a:r>
              <a:rPr lang="en-US"/>
              <a:t>© Kno2. All rights reserved.</a:t>
            </a:r>
          </a:p>
        </p:txBody>
      </p:sp>
      <p:sp>
        <p:nvSpPr>
          <p:cNvPr id="4" name="Slide Number Placeholder 3">
            <a:extLst>
              <a:ext uri="{FF2B5EF4-FFF2-40B4-BE49-F238E27FC236}">
                <a16:creationId xmlns:a16="http://schemas.microsoft.com/office/drawing/2014/main" id="{8B01F239-D2FF-6F2A-F849-DF30174A99A0}"/>
              </a:ext>
            </a:extLst>
          </p:cNvPr>
          <p:cNvSpPr>
            <a:spLocks noGrp="1"/>
          </p:cNvSpPr>
          <p:nvPr>
            <p:ph type="sldNum" sz="quarter" idx="12"/>
          </p:nvPr>
        </p:nvSpPr>
        <p:spPr/>
        <p:txBody>
          <a:bodyPr/>
          <a:lstStyle/>
          <a:p>
            <a:fld id="{1B9B3185-E874-A849-A012-27E7860D5320}" type="slidenum">
              <a:rPr lang="en-US" smtClean="0"/>
              <a:pPr/>
              <a:t>24</a:t>
            </a:fld>
            <a:endParaRPr lang="en-US"/>
          </a:p>
        </p:txBody>
      </p:sp>
      <p:sp>
        <p:nvSpPr>
          <p:cNvPr id="2" name="Text Placeholder 1">
            <a:extLst>
              <a:ext uri="{FF2B5EF4-FFF2-40B4-BE49-F238E27FC236}">
                <a16:creationId xmlns:a16="http://schemas.microsoft.com/office/drawing/2014/main" id="{15F825AA-D278-F5EF-6769-179FC83000AA}"/>
              </a:ext>
            </a:extLst>
          </p:cNvPr>
          <p:cNvSpPr>
            <a:spLocks noGrp="1"/>
          </p:cNvSpPr>
          <p:nvPr>
            <p:ph type="body" sz="quarter" idx="13"/>
          </p:nvPr>
        </p:nvSpPr>
        <p:spPr/>
        <p:txBody>
          <a:bodyPr/>
          <a:lstStyle/>
          <a:p>
            <a:r>
              <a:rPr lang="en-US"/>
              <a:t>KNO2</a:t>
            </a:r>
          </a:p>
        </p:txBody>
      </p:sp>
    </p:spTree>
    <p:extLst>
      <p:ext uri="{BB962C8B-B14F-4D97-AF65-F5344CB8AC3E}">
        <p14:creationId xmlns:p14="http://schemas.microsoft.com/office/powerpoint/2010/main" val="3299587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32CAAA9-E0FC-F019-520D-E2DDEB8DFE0E}"/>
              </a:ext>
            </a:extLst>
          </p:cNvPr>
          <p:cNvSpPr>
            <a:spLocks noGrp="1"/>
          </p:cNvSpPr>
          <p:nvPr>
            <p:ph type="title"/>
          </p:nvPr>
        </p:nvSpPr>
        <p:spPr/>
        <p:txBody>
          <a:bodyPr/>
          <a:lstStyle/>
          <a:p>
            <a:r>
              <a:rPr lang="en-US"/>
              <a:t>Trademarks and Copyrights</a:t>
            </a:r>
          </a:p>
        </p:txBody>
      </p:sp>
      <p:sp>
        <p:nvSpPr>
          <p:cNvPr id="7" name="Content Placeholder 6">
            <a:extLst>
              <a:ext uri="{FF2B5EF4-FFF2-40B4-BE49-F238E27FC236}">
                <a16:creationId xmlns:a16="http://schemas.microsoft.com/office/drawing/2014/main" id="{04CD0B3A-2EE5-EC57-C6F8-1E0C1222217B}"/>
              </a:ext>
            </a:extLst>
          </p:cNvPr>
          <p:cNvSpPr>
            <a:spLocks noGrp="1"/>
          </p:cNvSpPr>
          <p:nvPr>
            <p:ph idx="1"/>
          </p:nvPr>
        </p:nvSpPr>
        <p:spPr>
          <a:xfrm>
            <a:off x="838200" y="1497255"/>
            <a:ext cx="5527204" cy="4351338"/>
          </a:xfrm>
        </p:spPr>
        <p:txBody>
          <a:bodyPr>
            <a:noAutofit/>
          </a:bodyPr>
          <a:lstStyle/>
          <a:p>
            <a:r>
              <a:rPr lang="en-US" sz="1600"/>
              <a:t>These trademark and Logo Usage and Copyright Attribution Guidelines (“Guidelines”) set forth the rules established by Kno2 LLC for users authorized to use the Kno2 trademarks, trade names, logos and slogans including its partners and Kno2 itself. Kno2 reserves the right to modify these Guidelines at its discretion. Kno2 Trademarks are an important asset to Kno2, and we require all of our partners and customers to adhere to the Guidelines when using Kno2 trademarks. </a:t>
            </a:r>
            <a:br>
              <a:rPr lang="en-US" sz="1600"/>
            </a:br>
            <a:endParaRPr lang="en-US" sz="1600"/>
          </a:p>
          <a:p>
            <a:r>
              <a:rPr lang="en-US" sz="1600"/>
              <a:t>The copyright legends are the legal text that identifies Kno2 Trademarks and Kno2 copyright protected materials. The legend should be printed in legible type and in  locations typically used for copyright and other legal notices. For example, the legend may be printed at the end of a document, or the back of a package, on the front cover of the documentation, or on the bottom of a web page. The size of the text used for the legend should be no smaller than 9 point. </a:t>
            </a:r>
          </a:p>
          <a:p>
            <a:pPr marL="0" indent="0">
              <a:buNone/>
            </a:pPr>
            <a:endParaRPr lang="en-US" sz="1600"/>
          </a:p>
        </p:txBody>
      </p:sp>
      <p:sp>
        <p:nvSpPr>
          <p:cNvPr id="3" name="Footer Placeholder 2">
            <a:extLst>
              <a:ext uri="{FF2B5EF4-FFF2-40B4-BE49-F238E27FC236}">
                <a16:creationId xmlns:a16="http://schemas.microsoft.com/office/drawing/2014/main" id="{3A9A6690-747D-67A1-F8E8-502B0314A9AC}"/>
              </a:ext>
            </a:extLst>
          </p:cNvPr>
          <p:cNvSpPr>
            <a:spLocks noGrp="1"/>
          </p:cNvSpPr>
          <p:nvPr>
            <p:ph type="ftr" sz="quarter" idx="3"/>
          </p:nvPr>
        </p:nvSpPr>
        <p:spPr/>
        <p:txBody>
          <a:bodyPr/>
          <a:lstStyle/>
          <a:p>
            <a:r>
              <a:rPr lang="en-US"/>
              <a:t>© Kno2. All rights reserved.</a:t>
            </a:r>
          </a:p>
        </p:txBody>
      </p:sp>
      <p:sp>
        <p:nvSpPr>
          <p:cNvPr id="4" name="Slide Number Placeholder 3">
            <a:extLst>
              <a:ext uri="{FF2B5EF4-FFF2-40B4-BE49-F238E27FC236}">
                <a16:creationId xmlns:a16="http://schemas.microsoft.com/office/drawing/2014/main" id="{241C6BB7-3C81-3BF4-EF60-411C44E79C45}"/>
              </a:ext>
            </a:extLst>
          </p:cNvPr>
          <p:cNvSpPr>
            <a:spLocks noGrp="1"/>
          </p:cNvSpPr>
          <p:nvPr>
            <p:ph type="sldNum" sz="quarter" idx="4"/>
          </p:nvPr>
        </p:nvSpPr>
        <p:spPr/>
        <p:txBody>
          <a:bodyPr/>
          <a:lstStyle/>
          <a:p>
            <a:fld id="{1B9B3185-E874-A849-A012-27E7860D5320}" type="slidenum">
              <a:rPr lang="en-US" smtClean="0"/>
              <a:t>25</a:t>
            </a:fld>
            <a:endParaRPr lang="en-US"/>
          </a:p>
        </p:txBody>
      </p:sp>
      <p:sp>
        <p:nvSpPr>
          <p:cNvPr id="9" name="Rectangle: Rounded Corners 8">
            <a:extLst>
              <a:ext uri="{FF2B5EF4-FFF2-40B4-BE49-F238E27FC236}">
                <a16:creationId xmlns:a16="http://schemas.microsoft.com/office/drawing/2014/main" id="{3F72BE87-F360-8986-74C8-3595BEAF5431}"/>
              </a:ext>
            </a:extLst>
          </p:cNvPr>
          <p:cNvSpPr/>
          <p:nvPr/>
        </p:nvSpPr>
        <p:spPr>
          <a:xfrm>
            <a:off x="6873565" y="1305426"/>
            <a:ext cx="4723238" cy="4969041"/>
          </a:xfrm>
          <a:prstGeom prst="roundRect">
            <a:avLst>
              <a:gd name="adj" fmla="val 6978"/>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D6DB87F6-5FD6-2DEF-693D-1A3B89E267B6}"/>
              </a:ext>
            </a:extLst>
          </p:cNvPr>
          <p:cNvSpPr txBox="1">
            <a:spLocks/>
          </p:cNvSpPr>
          <p:nvPr/>
        </p:nvSpPr>
        <p:spPr>
          <a:xfrm>
            <a:off x="7227491" y="1509378"/>
            <a:ext cx="4210392" cy="44004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a:solidFill>
                  <a:schemeClr val="accent4"/>
                </a:solidFill>
              </a:rPr>
              <a:t>Trademarks</a:t>
            </a:r>
          </a:p>
          <a:p>
            <a:pPr marL="0" indent="0">
              <a:buNone/>
            </a:pPr>
            <a:r>
              <a:rPr lang="en-US" sz="1400" b="0">
                <a:solidFill>
                  <a:schemeClr val="bg1"/>
                </a:solidFill>
              </a:rPr>
              <a:t>The Kno2 Trademark is a registered trademark.  Always use the symbol ® and place it after the number “2” in Kno2, either in superscript or in the parenthetical form such as Kno2</a:t>
            </a:r>
            <a:r>
              <a:rPr lang="en-US" sz="1400" b="0" baseline="20000">
                <a:solidFill>
                  <a:schemeClr val="bg1"/>
                </a:solidFill>
              </a:rPr>
              <a:t>® </a:t>
            </a:r>
            <a:r>
              <a:rPr lang="en-US" sz="1400" b="0">
                <a:solidFill>
                  <a:schemeClr val="bg1"/>
                </a:solidFill>
              </a:rPr>
              <a:t>or Kno2 (R). </a:t>
            </a:r>
            <a:endParaRPr lang="en-US" sz="1400" b="0" baseline="20000">
              <a:solidFill>
                <a:schemeClr val="bg1"/>
              </a:solidFill>
            </a:endParaRPr>
          </a:p>
          <a:p>
            <a:r>
              <a:rPr lang="en-US" sz="1400" b="0">
                <a:solidFill>
                  <a:schemeClr val="bg1"/>
                </a:solidFill>
              </a:rPr>
              <a:t>Kno2 has several other trademarks:</a:t>
            </a:r>
          </a:p>
          <a:p>
            <a:r>
              <a:rPr lang="en-US" sz="1400" b="0">
                <a:solidFill>
                  <a:schemeClr val="bg1"/>
                </a:solidFill>
              </a:rPr>
              <a:t>Kno2: Connectivity as a Service™</a:t>
            </a:r>
          </a:p>
          <a:p>
            <a:r>
              <a:rPr lang="en-US" sz="1400" b="0">
                <a:solidFill>
                  <a:schemeClr val="bg1"/>
                </a:solidFill>
              </a:rPr>
              <a:t>Kno2’s Connectivity as a Service™</a:t>
            </a:r>
          </a:p>
          <a:p>
            <a:r>
              <a:rPr lang="en-US" sz="1400" b="0">
                <a:solidFill>
                  <a:schemeClr val="bg1"/>
                </a:solidFill>
              </a:rPr>
              <a:t>Kno2 Connected™ or Connected by Kno2</a:t>
            </a:r>
            <a:r>
              <a:rPr lang="en-US" sz="1400" b="0" baseline="30000">
                <a:solidFill>
                  <a:schemeClr val="bg1"/>
                </a:solidFill>
              </a:rPr>
              <a:t>®</a:t>
            </a:r>
          </a:p>
          <a:p>
            <a:r>
              <a:rPr lang="en-US" sz="1400" b="0">
                <a:solidFill>
                  <a:schemeClr val="bg1"/>
                </a:solidFill>
              </a:rPr>
              <a:t>Kno2fy™</a:t>
            </a:r>
          </a:p>
          <a:p>
            <a:r>
              <a:rPr lang="en-US" sz="1400" b="0">
                <a:solidFill>
                  <a:schemeClr val="bg1"/>
                </a:solidFill>
              </a:rPr>
              <a:t>Kno2.iQ™</a:t>
            </a:r>
          </a:p>
          <a:p>
            <a:pPr marL="0" indent="0">
              <a:buFont typeface="Arial" panose="020B0604020202020204" pitchFamily="34" charset="0"/>
              <a:buNone/>
            </a:pPr>
            <a:endParaRPr lang="en-US" sz="1400" b="0">
              <a:solidFill>
                <a:schemeClr val="bg1"/>
              </a:solidFill>
            </a:endParaRPr>
          </a:p>
          <a:p>
            <a:pPr marL="0" indent="0">
              <a:buFont typeface="Arial" panose="020B0604020202020204" pitchFamily="34" charset="0"/>
              <a:buNone/>
            </a:pPr>
            <a:r>
              <a:rPr lang="en-US" sz="1400" b="1">
                <a:solidFill>
                  <a:schemeClr val="accent4"/>
                </a:solidFill>
              </a:rPr>
              <a:t>Copyright</a:t>
            </a:r>
          </a:p>
          <a:p>
            <a:pPr marL="0" indent="0">
              <a:buNone/>
            </a:pPr>
            <a:r>
              <a:rPr lang="en-US" sz="1400" b="0">
                <a:solidFill>
                  <a:schemeClr val="bg1"/>
                </a:solidFill>
              </a:rPr>
              <a:t>Standard Kno2 Legend – The following Standard Kno2 legend for use by Kno2 on Kno2 materials:</a:t>
            </a:r>
          </a:p>
          <a:p>
            <a:pPr marL="0" indent="0">
              <a:buNone/>
            </a:pPr>
            <a:r>
              <a:rPr lang="en-US" sz="1400" b="0">
                <a:solidFill>
                  <a:schemeClr val="bg1"/>
                </a:solidFill>
              </a:rPr>
              <a:t>Copyright © 20XX Kno2 LLC.  All rights reserved.</a:t>
            </a:r>
            <a:endParaRPr lang="en-US" sz="900" b="0">
              <a:solidFill>
                <a:schemeClr val="bg1"/>
              </a:solidFill>
            </a:endParaRPr>
          </a:p>
        </p:txBody>
      </p:sp>
    </p:spTree>
    <p:extLst>
      <p:ext uri="{BB962C8B-B14F-4D97-AF65-F5344CB8AC3E}">
        <p14:creationId xmlns:p14="http://schemas.microsoft.com/office/powerpoint/2010/main" val="7131742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71D3789-8379-F44F-A590-CB3C728F7892}"/>
              </a:ext>
            </a:extLst>
          </p:cNvPr>
          <p:cNvSpPr>
            <a:spLocks noGrp="1"/>
          </p:cNvSpPr>
          <p:nvPr>
            <p:ph type="title"/>
          </p:nvPr>
        </p:nvSpPr>
        <p:spPr/>
        <p:txBody>
          <a:bodyPr/>
          <a:lstStyle/>
          <a:p>
            <a:r>
              <a:rPr lang="en-US"/>
              <a:t>Resource Materials</a:t>
            </a:r>
          </a:p>
        </p:txBody>
      </p:sp>
      <p:sp>
        <p:nvSpPr>
          <p:cNvPr id="4" name="Footer Placeholder 3">
            <a:extLst>
              <a:ext uri="{FF2B5EF4-FFF2-40B4-BE49-F238E27FC236}">
                <a16:creationId xmlns:a16="http://schemas.microsoft.com/office/drawing/2014/main" id="{D8C80576-EAD0-B492-BCBB-84B8CE1FCAB8}"/>
              </a:ext>
            </a:extLst>
          </p:cNvPr>
          <p:cNvSpPr>
            <a:spLocks noGrp="1"/>
          </p:cNvSpPr>
          <p:nvPr>
            <p:ph type="ftr" sz="quarter" idx="3"/>
          </p:nvPr>
        </p:nvSpPr>
        <p:spPr/>
        <p:txBody>
          <a:bodyPr/>
          <a:lstStyle/>
          <a:p>
            <a:r>
              <a:rPr lang="en-US"/>
              <a:t>© Kno2. All rights reserved.</a:t>
            </a:r>
          </a:p>
        </p:txBody>
      </p:sp>
      <p:sp>
        <p:nvSpPr>
          <p:cNvPr id="5" name="Slide Number Placeholder 4">
            <a:extLst>
              <a:ext uri="{FF2B5EF4-FFF2-40B4-BE49-F238E27FC236}">
                <a16:creationId xmlns:a16="http://schemas.microsoft.com/office/drawing/2014/main" id="{8EAB64FA-C6FD-41C2-DE83-92EDACE68F4E}"/>
              </a:ext>
            </a:extLst>
          </p:cNvPr>
          <p:cNvSpPr>
            <a:spLocks noGrp="1"/>
          </p:cNvSpPr>
          <p:nvPr>
            <p:ph type="sldNum" sz="quarter" idx="4"/>
          </p:nvPr>
        </p:nvSpPr>
        <p:spPr/>
        <p:txBody>
          <a:bodyPr/>
          <a:lstStyle/>
          <a:p>
            <a:fld id="{1B9B3185-E874-A849-A012-27E7860D5320}" type="slidenum">
              <a:rPr lang="en-US" smtClean="0"/>
              <a:pPr/>
              <a:t>26</a:t>
            </a:fld>
            <a:endParaRPr lang="en-US"/>
          </a:p>
        </p:txBody>
      </p:sp>
      <p:sp>
        <p:nvSpPr>
          <p:cNvPr id="9" name="Text Placeholder 1">
            <a:extLst>
              <a:ext uri="{FF2B5EF4-FFF2-40B4-BE49-F238E27FC236}">
                <a16:creationId xmlns:a16="http://schemas.microsoft.com/office/drawing/2014/main" id="{7AB990D7-6010-5D2C-6000-2BE2A0B79B35}"/>
              </a:ext>
            </a:extLst>
          </p:cNvPr>
          <p:cNvSpPr txBox="1">
            <a:spLocks/>
          </p:cNvSpPr>
          <p:nvPr/>
        </p:nvSpPr>
        <p:spPr>
          <a:xfrm>
            <a:off x="838199" y="1516908"/>
            <a:ext cx="10716492" cy="4494535"/>
          </a:xfrm>
          <a:prstGeom prst="rect">
            <a:avLst/>
          </a:prstGeom>
        </p:spPr>
        <p:txBody>
          <a:bodyPr vert="horz" lIns="91440" tIns="45720" rIns="91440" bIns="45720" numCol="2" spcCol="457200" rtlCol="0" anchor="ctr"/>
          <a:lstStyle>
            <a:defPPr>
              <a:defRPr lang="en-US"/>
            </a:defPPr>
            <a:lvl1pPr marL="0" algn="l" defTabSz="914400" rtl="0" eaLnBrk="1" latinLnBrk="0" hangingPunct="1">
              <a:defRPr sz="12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a:solidFill>
                  <a:schemeClr val="tx1"/>
                </a:solidFill>
              </a:rPr>
              <a:t>Kno2 owns all right, title, and interest, including copyright, to and in all Kno2 resource materials whether electronic or hard copy, including for example, case studies, demonstration videos and slides, overviews, guides, white papers, and webinars (collectively, the “Kno2 Resource Materials”).  From time-to-time Kno2 may create and/or author additional materials and/or revise and update existing Kno2 Resource Materials.  </a:t>
            </a:r>
          </a:p>
          <a:p>
            <a:endParaRPr lang="en-US" sz="1600">
              <a:solidFill>
                <a:schemeClr val="tx1"/>
              </a:solidFill>
            </a:endParaRPr>
          </a:p>
          <a:p>
            <a:r>
              <a:rPr lang="en-US" sz="1600">
                <a:solidFill>
                  <a:schemeClr val="tx1"/>
                </a:solidFill>
              </a:rPr>
              <a:t>Kno2 hereby grants to Partner, solely for its own internal business purposes (and not for resale or use with any unrelated third party), a limited, non-sub licensable, non-exclusive, right to copy and distribute the Kno2 Resource Materials electronically and in hard copy for the purpose of creating training materials for Partner employees (the “Partner Training Materials”).  Partner will retain or include, as applicable, the copyright notice contained in the Partner Training Materials provided by Kno2 on all copies or derivatives thereof. Partner may not use the Kno2 Product Guide for any other purpose or in any other manner without the prior written permission of Kno2. </a:t>
            </a:r>
          </a:p>
          <a:p>
            <a:endParaRPr lang="en-US" sz="1600">
              <a:solidFill>
                <a:schemeClr val="tx1"/>
              </a:solidFill>
            </a:endParaRPr>
          </a:p>
          <a:p>
            <a:r>
              <a:rPr lang="en-US" sz="1600">
                <a:solidFill>
                  <a:schemeClr val="tx1"/>
                </a:solidFill>
              </a:rPr>
              <a:t>Partner acknowledges and agrees that (a) the Kno2 Resource Materials contain information and instructions regarding the proper operation of Kno2 Products and services, and (b) that any alterations to the Kno2 Resource Materials may create inaccuracies or otherwise compromise the integrity of the Kno2 Resource Materials.  Accordingly, Partner may not alter any Kno2 Resource Materials; rather all such materials will be reproduced as provided to by Kno2 to Partner.  Should Partner make any alterations to the Kno2 Resource Materials, it understands and agrees that it is responsible for any errors or omissions created by such unauthorized alterations. </a:t>
            </a:r>
          </a:p>
          <a:p>
            <a:pPr>
              <a:buClr>
                <a:schemeClr val="accent2"/>
              </a:buClr>
            </a:pPr>
            <a:endParaRPr lang="en-US" sz="1000"/>
          </a:p>
        </p:txBody>
      </p:sp>
    </p:spTree>
    <p:extLst>
      <p:ext uri="{BB962C8B-B14F-4D97-AF65-F5344CB8AC3E}">
        <p14:creationId xmlns:p14="http://schemas.microsoft.com/office/powerpoint/2010/main" val="1244421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6B46DB9-D90F-6CB0-B93E-3ED184F443FD}"/>
              </a:ext>
            </a:extLst>
          </p:cNvPr>
          <p:cNvPicPr>
            <a:picLocks noChangeAspect="1"/>
          </p:cNvPicPr>
          <p:nvPr/>
        </p:nvPicPr>
        <p:blipFill>
          <a:blip r:embed="rId2">
            <a:alphaModFix amt="5000"/>
          </a:blip>
          <a:stretch>
            <a:fillRect/>
          </a:stretch>
        </p:blipFill>
        <p:spPr>
          <a:xfrm>
            <a:off x="8905341" y="732445"/>
            <a:ext cx="1941758" cy="2255866"/>
          </a:xfrm>
          <a:prstGeom prst="rect">
            <a:avLst/>
          </a:prstGeom>
        </p:spPr>
      </p:pic>
      <p:sp>
        <p:nvSpPr>
          <p:cNvPr id="5" name="Content Placeholder 4">
            <a:extLst>
              <a:ext uri="{FF2B5EF4-FFF2-40B4-BE49-F238E27FC236}">
                <a16:creationId xmlns:a16="http://schemas.microsoft.com/office/drawing/2014/main" id="{739FE1FF-5A18-4A0E-907B-90FA405B0CA9}"/>
              </a:ext>
            </a:extLst>
          </p:cNvPr>
          <p:cNvSpPr>
            <a:spLocks noGrp="1"/>
          </p:cNvSpPr>
          <p:nvPr>
            <p:ph idx="1"/>
          </p:nvPr>
        </p:nvSpPr>
        <p:spPr>
          <a:xfrm>
            <a:off x="722891" y="2459502"/>
            <a:ext cx="4270305" cy="3265161"/>
          </a:xfrm>
        </p:spPr>
        <p:txBody>
          <a:bodyPr>
            <a:normAutofit/>
          </a:bodyPr>
          <a:lstStyle/>
          <a:p>
            <a:pPr marL="0" indent="0">
              <a:buNone/>
            </a:pPr>
            <a:r>
              <a:rPr lang="en-US" sz="1800"/>
              <a:t>Your success is our success!  We are delighted to help expand your reach and to drive interoperability throughout the healthcare industry.   </a:t>
            </a:r>
          </a:p>
          <a:p>
            <a:pPr marL="0" indent="0">
              <a:buNone/>
            </a:pPr>
            <a:endParaRPr lang="en-US" sz="1800"/>
          </a:p>
          <a:p>
            <a:pPr marL="0" indent="0">
              <a:buNone/>
            </a:pPr>
            <a:r>
              <a:rPr lang="en-US" sz="1800"/>
              <a:t>For a list of Kno2 resources, please visit </a:t>
            </a:r>
            <a:r>
              <a:rPr lang="en-US" sz="1600">
                <a:hlinkClick r:id="rId3">
                  <a:extLst>
                    <a:ext uri="{A12FA001-AC4F-418D-AE19-62706E023703}">
                      <ahyp:hlinkClr xmlns:ahyp="http://schemas.microsoft.com/office/drawing/2018/hyperlinkcolor" val="tx"/>
                    </a:ext>
                  </a:extLst>
                </a:hlinkClick>
              </a:rPr>
              <a:t>Leadership - Kno2</a:t>
            </a:r>
            <a:br>
              <a:rPr lang="en-US" sz="1600"/>
            </a:br>
            <a:endParaRPr lang="en-US" sz="1800"/>
          </a:p>
          <a:p>
            <a:pPr marL="0" indent="0">
              <a:buNone/>
            </a:pPr>
            <a:r>
              <a:rPr lang="en-US" sz="1800"/>
              <a:t>Can’t find the appropriate resource?  </a:t>
            </a:r>
            <a:br>
              <a:rPr lang="en-US" sz="1800"/>
            </a:br>
            <a:r>
              <a:rPr lang="en-US" sz="1800">
                <a:hlinkClick r:id="rId4">
                  <a:extLst>
                    <a:ext uri="{A12FA001-AC4F-418D-AE19-62706E023703}">
                      <ahyp:hlinkClr xmlns:ahyp="http://schemas.microsoft.com/office/drawing/2018/hyperlinkcolor" val="tx"/>
                    </a:ext>
                  </a:extLst>
                </a:hlinkClick>
              </a:rPr>
              <a:t>Contact us</a:t>
            </a:r>
            <a:endParaRPr lang="en-US" sz="1800"/>
          </a:p>
          <a:p>
            <a:pPr marL="0" indent="0">
              <a:buNone/>
            </a:pPr>
            <a:endParaRPr lang="en-US" sz="1800"/>
          </a:p>
        </p:txBody>
      </p:sp>
      <p:sp>
        <p:nvSpPr>
          <p:cNvPr id="10" name="Text Placeholder 9">
            <a:extLst>
              <a:ext uri="{FF2B5EF4-FFF2-40B4-BE49-F238E27FC236}">
                <a16:creationId xmlns:a16="http://schemas.microsoft.com/office/drawing/2014/main" id="{0214B875-49AF-E0A2-C437-F6A387890796}"/>
              </a:ext>
            </a:extLst>
          </p:cNvPr>
          <p:cNvSpPr>
            <a:spLocks noGrp="1"/>
          </p:cNvSpPr>
          <p:nvPr>
            <p:ph type="body" sz="quarter" idx="14"/>
          </p:nvPr>
        </p:nvSpPr>
        <p:spPr>
          <a:xfrm>
            <a:off x="751145" y="1676599"/>
            <a:ext cx="4270306" cy="367557"/>
          </a:xfrm>
        </p:spPr>
        <p:txBody>
          <a:bodyPr/>
          <a:lstStyle/>
          <a:p>
            <a:pPr>
              <a:lnSpc>
                <a:spcPct val="100000"/>
              </a:lnSpc>
              <a:spcBef>
                <a:spcPts val="0"/>
              </a:spcBef>
              <a:spcAft>
                <a:spcPts val="1500"/>
              </a:spcAft>
            </a:pPr>
            <a:r>
              <a:rPr lang="en-US" sz="3200"/>
              <a:t>Resources</a:t>
            </a:r>
          </a:p>
        </p:txBody>
      </p:sp>
      <p:pic>
        <p:nvPicPr>
          <p:cNvPr id="15" name="Graphic 14">
            <a:extLst>
              <a:ext uri="{FF2B5EF4-FFF2-40B4-BE49-F238E27FC236}">
                <a16:creationId xmlns:a16="http://schemas.microsoft.com/office/drawing/2014/main" id="{2F045A33-F7F1-B546-5E2D-C07B910A654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56683" y="22994"/>
            <a:ext cx="3917713" cy="6858000"/>
          </a:xfrm>
          <a:prstGeom prst="rect">
            <a:avLst/>
          </a:prstGeom>
        </p:spPr>
      </p:pic>
      <p:sp>
        <p:nvSpPr>
          <p:cNvPr id="24" name="Footer Placeholder 23">
            <a:extLst>
              <a:ext uri="{FF2B5EF4-FFF2-40B4-BE49-F238E27FC236}">
                <a16:creationId xmlns:a16="http://schemas.microsoft.com/office/drawing/2014/main" id="{8141CCC7-07D0-51FD-66BB-9C608567E3C0}"/>
              </a:ext>
            </a:extLst>
          </p:cNvPr>
          <p:cNvSpPr>
            <a:spLocks noGrp="1"/>
          </p:cNvSpPr>
          <p:nvPr>
            <p:ph type="ftr" sz="quarter" idx="11"/>
          </p:nvPr>
        </p:nvSpPr>
        <p:spPr/>
        <p:txBody>
          <a:bodyPr/>
          <a:lstStyle/>
          <a:p>
            <a:r>
              <a:rPr lang="en-US"/>
              <a:t>© Kno2. All rights reserved.</a:t>
            </a:r>
          </a:p>
        </p:txBody>
      </p:sp>
      <p:sp>
        <p:nvSpPr>
          <p:cNvPr id="25" name="Slide Number Placeholder 24">
            <a:extLst>
              <a:ext uri="{FF2B5EF4-FFF2-40B4-BE49-F238E27FC236}">
                <a16:creationId xmlns:a16="http://schemas.microsoft.com/office/drawing/2014/main" id="{337C4746-C2F5-6D42-4C02-D1DD67680C6E}"/>
              </a:ext>
            </a:extLst>
          </p:cNvPr>
          <p:cNvSpPr>
            <a:spLocks noGrp="1"/>
          </p:cNvSpPr>
          <p:nvPr>
            <p:ph type="sldNum" sz="quarter" idx="12"/>
          </p:nvPr>
        </p:nvSpPr>
        <p:spPr/>
        <p:txBody>
          <a:bodyPr/>
          <a:lstStyle/>
          <a:p>
            <a:fld id="{1B9B3185-E874-A849-A012-27E7860D5320}" type="slidenum">
              <a:rPr lang="en-US" smtClean="0"/>
              <a:pPr/>
              <a:t>27</a:t>
            </a:fld>
            <a:endParaRPr lang="en-US"/>
          </a:p>
        </p:txBody>
      </p:sp>
      <p:sp>
        <p:nvSpPr>
          <p:cNvPr id="13" name="Rectangle: Rounded Corners 12">
            <a:extLst>
              <a:ext uri="{FF2B5EF4-FFF2-40B4-BE49-F238E27FC236}">
                <a16:creationId xmlns:a16="http://schemas.microsoft.com/office/drawing/2014/main" id="{917430C7-1D59-55E1-B7DD-A3A728AB618A}"/>
              </a:ext>
            </a:extLst>
          </p:cNvPr>
          <p:cNvSpPr/>
          <p:nvPr/>
        </p:nvSpPr>
        <p:spPr>
          <a:xfrm>
            <a:off x="5560043" y="895989"/>
            <a:ext cx="6130776" cy="5296156"/>
          </a:xfrm>
          <a:prstGeom prst="roundRect">
            <a:avLst>
              <a:gd name="adj" fmla="val 357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D34A9BA8-21C5-BA3E-9C0C-420D4123DD3B}"/>
              </a:ext>
            </a:extLst>
          </p:cNvPr>
          <p:cNvSpPr txBox="1">
            <a:spLocks/>
          </p:cNvSpPr>
          <p:nvPr/>
        </p:nvSpPr>
        <p:spPr>
          <a:xfrm>
            <a:off x="5575170" y="1001076"/>
            <a:ext cx="6130776" cy="5154249"/>
          </a:xfrm>
          <a:prstGeom prst="rect">
            <a:avLst/>
          </a:prstGeom>
          <a:noFill/>
        </p:spPr>
        <p:txBody>
          <a:bodyPr vert="horz" lIns="91440" tIns="45720" rIns="91440" bIns="45720" numCol="2"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a:solidFill>
                  <a:schemeClr val="accent1"/>
                </a:solidFill>
              </a:rPr>
              <a:t>Chief Executive Officer</a:t>
            </a:r>
          </a:p>
          <a:p>
            <a:pPr>
              <a:spcBef>
                <a:spcPts val="0"/>
              </a:spcBef>
            </a:pPr>
            <a:r>
              <a:rPr lang="en-US" sz="1400" b="0">
                <a:solidFill>
                  <a:schemeClr val="tx2"/>
                </a:solidFill>
              </a:rPr>
              <a:t>Stock exchange</a:t>
            </a:r>
          </a:p>
          <a:p>
            <a:pPr>
              <a:spcBef>
                <a:spcPts val="0"/>
              </a:spcBef>
            </a:pPr>
            <a:r>
              <a:rPr lang="en-US" sz="1400" b="0">
                <a:solidFill>
                  <a:schemeClr val="tx2"/>
                </a:solidFill>
              </a:rPr>
              <a:t>Press conferences</a:t>
            </a:r>
          </a:p>
          <a:p>
            <a:pPr>
              <a:spcBef>
                <a:spcPts val="0"/>
              </a:spcBef>
            </a:pPr>
            <a:r>
              <a:rPr lang="en-US" sz="1400" b="0">
                <a:solidFill>
                  <a:schemeClr val="tx2"/>
                </a:solidFill>
              </a:rPr>
              <a:t>Financial Oversight</a:t>
            </a:r>
          </a:p>
          <a:p>
            <a:pPr>
              <a:spcBef>
                <a:spcPts val="0"/>
              </a:spcBef>
            </a:pPr>
            <a:r>
              <a:rPr lang="en-US" sz="1400" b="0">
                <a:solidFill>
                  <a:schemeClr val="tx2"/>
                </a:solidFill>
              </a:rPr>
              <a:t>Strategic Direction</a:t>
            </a:r>
          </a:p>
          <a:p>
            <a:pPr marL="0" indent="0">
              <a:buNone/>
            </a:pPr>
            <a:endParaRPr lang="en-US" sz="1400" b="1">
              <a:solidFill>
                <a:schemeClr val="accent1"/>
              </a:solidFill>
            </a:endParaRPr>
          </a:p>
          <a:p>
            <a:pPr marL="0" indent="0">
              <a:buNone/>
            </a:pPr>
            <a:r>
              <a:rPr lang="en-US" sz="1400" b="1">
                <a:solidFill>
                  <a:schemeClr val="accent1"/>
                </a:solidFill>
              </a:rPr>
              <a:t>President &amp; CTO</a:t>
            </a:r>
          </a:p>
          <a:p>
            <a:pPr>
              <a:spcBef>
                <a:spcPts val="0"/>
              </a:spcBef>
            </a:pPr>
            <a:r>
              <a:rPr lang="en-US" sz="1400" b="0">
                <a:solidFill>
                  <a:schemeClr val="tx2"/>
                </a:solidFill>
              </a:rPr>
              <a:t>Corporate Direction/Strategy</a:t>
            </a:r>
          </a:p>
          <a:p>
            <a:pPr>
              <a:spcBef>
                <a:spcPts val="0"/>
              </a:spcBef>
            </a:pPr>
            <a:r>
              <a:rPr lang="en-US" sz="1400" b="0">
                <a:solidFill>
                  <a:schemeClr val="tx2"/>
                </a:solidFill>
              </a:rPr>
              <a:t>Operations</a:t>
            </a:r>
          </a:p>
          <a:p>
            <a:pPr>
              <a:spcBef>
                <a:spcPts val="0"/>
              </a:spcBef>
            </a:pPr>
            <a:r>
              <a:rPr lang="en-US" sz="1400" b="0">
                <a:solidFill>
                  <a:schemeClr val="tx2"/>
                </a:solidFill>
              </a:rPr>
              <a:t>Technology Roadmap</a:t>
            </a:r>
          </a:p>
          <a:p>
            <a:pPr>
              <a:spcBef>
                <a:spcPts val="0"/>
              </a:spcBef>
            </a:pPr>
            <a:r>
              <a:rPr lang="en-US" sz="1400" b="0">
                <a:solidFill>
                  <a:schemeClr val="tx2"/>
                </a:solidFill>
              </a:rPr>
              <a:t>Business Development</a:t>
            </a:r>
          </a:p>
          <a:p>
            <a:pPr marL="0" indent="0">
              <a:buNone/>
            </a:pPr>
            <a:endParaRPr lang="en-US" sz="1400" b="0">
              <a:solidFill>
                <a:schemeClr val="accent6"/>
              </a:solidFill>
            </a:endParaRPr>
          </a:p>
          <a:p>
            <a:pPr marL="0" indent="0">
              <a:buNone/>
            </a:pPr>
            <a:r>
              <a:rPr lang="en-US" sz="1400" b="1">
                <a:solidFill>
                  <a:schemeClr val="accent1"/>
                </a:solidFill>
              </a:rPr>
              <a:t>Chief Financial Officer</a:t>
            </a:r>
          </a:p>
          <a:p>
            <a:pPr>
              <a:spcBef>
                <a:spcPts val="0"/>
              </a:spcBef>
            </a:pPr>
            <a:r>
              <a:rPr lang="en-US" sz="1400" b="0">
                <a:solidFill>
                  <a:schemeClr val="tx2"/>
                </a:solidFill>
              </a:rPr>
              <a:t>Corporate Financials</a:t>
            </a:r>
          </a:p>
          <a:p>
            <a:pPr>
              <a:spcBef>
                <a:spcPts val="0"/>
              </a:spcBef>
            </a:pPr>
            <a:r>
              <a:rPr lang="en-US" sz="1400" b="0">
                <a:solidFill>
                  <a:schemeClr val="tx2"/>
                </a:solidFill>
              </a:rPr>
              <a:t>Corporate Operations</a:t>
            </a:r>
          </a:p>
          <a:p>
            <a:pPr>
              <a:spcBef>
                <a:spcPts val="0"/>
              </a:spcBef>
            </a:pPr>
            <a:r>
              <a:rPr lang="en-US" sz="1400" b="0">
                <a:solidFill>
                  <a:schemeClr val="tx2"/>
                </a:solidFill>
              </a:rPr>
              <a:t>Healthcare Informatics </a:t>
            </a:r>
          </a:p>
          <a:p>
            <a:pPr marL="0" indent="0">
              <a:spcBef>
                <a:spcPts val="0"/>
              </a:spcBef>
              <a:buNone/>
            </a:pPr>
            <a:br>
              <a:rPr lang="en-US" sz="1400" b="0">
                <a:solidFill>
                  <a:schemeClr val="accent6"/>
                </a:solidFill>
              </a:rPr>
            </a:br>
            <a:br>
              <a:rPr lang="en-US" sz="1400" b="0">
                <a:solidFill>
                  <a:schemeClr val="accent6"/>
                </a:solidFill>
              </a:rPr>
            </a:br>
            <a:r>
              <a:rPr lang="en-US" sz="1400" b="1">
                <a:solidFill>
                  <a:schemeClr val="accent1"/>
                </a:solidFill>
              </a:rPr>
              <a:t>Chief Security Information </a:t>
            </a:r>
            <a:br>
              <a:rPr lang="en-US" sz="1400" b="1">
                <a:solidFill>
                  <a:schemeClr val="accent1"/>
                </a:solidFill>
              </a:rPr>
            </a:br>
            <a:r>
              <a:rPr lang="en-US" sz="1400" b="1">
                <a:solidFill>
                  <a:schemeClr val="accent1"/>
                </a:solidFill>
              </a:rPr>
              <a:t>Officer</a:t>
            </a:r>
          </a:p>
          <a:p>
            <a:pPr>
              <a:spcBef>
                <a:spcPts val="0"/>
              </a:spcBef>
            </a:pPr>
            <a:r>
              <a:rPr lang="en-US" sz="1400" b="0">
                <a:solidFill>
                  <a:schemeClr val="tx2"/>
                </a:solidFill>
              </a:rPr>
              <a:t>Security &amp; Compliance</a:t>
            </a:r>
          </a:p>
          <a:p>
            <a:pPr>
              <a:spcBef>
                <a:spcPts val="0"/>
              </a:spcBef>
            </a:pPr>
            <a:endParaRPr lang="en-US" sz="1400" b="0">
              <a:solidFill>
                <a:schemeClr val="accent6"/>
              </a:solidFill>
            </a:endParaRPr>
          </a:p>
          <a:p>
            <a:pPr>
              <a:spcBef>
                <a:spcPts val="0"/>
              </a:spcBef>
            </a:pPr>
            <a:endParaRPr lang="en-US" sz="1400" b="0">
              <a:solidFill>
                <a:schemeClr val="accent6"/>
              </a:solidFill>
            </a:endParaRPr>
          </a:p>
          <a:p>
            <a:pPr>
              <a:spcBef>
                <a:spcPts val="0"/>
              </a:spcBef>
            </a:pPr>
            <a:endParaRPr lang="en-US" sz="1400" b="0">
              <a:solidFill>
                <a:schemeClr val="accent6"/>
              </a:solidFill>
            </a:endParaRPr>
          </a:p>
          <a:p>
            <a:pPr>
              <a:spcBef>
                <a:spcPts val="0"/>
              </a:spcBef>
            </a:pPr>
            <a:endParaRPr lang="en-US" sz="1400" b="0">
              <a:solidFill>
                <a:schemeClr val="accent6"/>
              </a:solidFill>
            </a:endParaRPr>
          </a:p>
          <a:p>
            <a:pPr>
              <a:spcBef>
                <a:spcPts val="0"/>
              </a:spcBef>
            </a:pPr>
            <a:endParaRPr lang="en-US" sz="1400" b="0">
              <a:solidFill>
                <a:schemeClr val="accent6"/>
              </a:solidFill>
            </a:endParaRPr>
          </a:p>
          <a:p>
            <a:pPr>
              <a:spcBef>
                <a:spcPts val="0"/>
              </a:spcBef>
            </a:pPr>
            <a:endParaRPr lang="en-US" sz="1400" b="0">
              <a:solidFill>
                <a:schemeClr val="accent6"/>
              </a:solidFill>
            </a:endParaRPr>
          </a:p>
          <a:p>
            <a:pPr marL="0" indent="0">
              <a:buNone/>
            </a:pPr>
            <a:r>
              <a:rPr lang="en-US" sz="1400" b="1">
                <a:solidFill>
                  <a:schemeClr val="accent1"/>
                </a:solidFill>
              </a:rPr>
              <a:t>Chief Product Officer</a:t>
            </a:r>
          </a:p>
          <a:p>
            <a:pPr>
              <a:spcBef>
                <a:spcPts val="0"/>
              </a:spcBef>
            </a:pPr>
            <a:r>
              <a:rPr lang="en-US" sz="1400" b="0">
                <a:solidFill>
                  <a:schemeClr val="tx2"/>
                </a:solidFill>
              </a:rPr>
              <a:t>Product Innovation</a:t>
            </a:r>
          </a:p>
          <a:p>
            <a:pPr>
              <a:spcBef>
                <a:spcPts val="0"/>
              </a:spcBef>
            </a:pPr>
            <a:r>
              <a:rPr lang="en-US" sz="1400" b="0">
                <a:solidFill>
                  <a:schemeClr val="tx2"/>
                </a:solidFill>
              </a:rPr>
              <a:t>Technology Roadmap</a:t>
            </a:r>
          </a:p>
          <a:p>
            <a:pPr>
              <a:spcBef>
                <a:spcPts val="0"/>
              </a:spcBef>
            </a:pPr>
            <a:r>
              <a:rPr lang="en-US" sz="1400" b="0">
                <a:solidFill>
                  <a:schemeClr val="tx2"/>
                </a:solidFill>
              </a:rPr>
              <a:t>Partner Integrations</a:t>
            </a:r>
          </a:p>
          <a:p>
            <a:pPr marL="0" indent="0">
              <a:buNone/>
            </a:pPr>
            <a:endParaRPr lang="en-US" sz="1400">
              <a:solidFill>
                <a:schemeClr val="accent2"/>
              </a:solidFill>
            </a:endParaRPr>
          </a:p>
          <a:p>
            <a:pPr marL="0" indent="0">
              <a:buNone/>
            </a:pPr>
            <a:r>
              <a:rPr lang="en-US" sz="1400" b="1">
                <a:solidFill>
                  <a:schemeClr val="accent1"/>
                </a:solidFill>
              </a:rPr>
              <a:t>SVP of Market Strategy &amp;</a:t>
            </a:r>
            <a:br>
              <a:rPr lang="en-US" sz="1400" b="1">
                <a:solidFill>
                  <a:schemeClr val="accent1"/>
                </a:solidFill>
              </a:rPr>
            </a:br>
            <a:r>
              <a:rPr lang="en-US" sz="1400" b="1">
                <a:solidFill>
                  <a:schemeClr val="accent1"/>
                </a:solidFill>
              </a:rPr>
              <a:t>Adoption</a:t>
            </a:r>
          </a:p>
          <a:p>
            <a:pPr>
              <a:spcBef>
                <a:spcPts val="0"/>
              </a:spcBef>
            </a:pPr>
            <a:r>
              <a:rPr lang="en-US" sz="1400" b="0">
                <a:solidFill>
                  <a:schemeClr val="tx2"/>
                </a:solidFill>
              </a:rPr>
              <a:t>Partner Business Development</a:t>
            </a:r>
          </a:p>
          <a:p>
            <a:pPr>
              <a:spcBef>
                <a:spcPts val="0"/>
              </a:spcBef>
            </a:pPr>
            <a:r>
              <a:rPr lang="en-US" sz="1400" b="0">
                <a:solidFill>
                  <a:schemeClr val="tx2"/>
                </a:solidFill>
              </a:rPr>
              <a:t>Sales</a:t>
            </a:r>
            <a:br>
              <a:rPr lang="en-US" sz="1400" b="0">
                <a:solidFill>
                  <a:schemeClr val="tx2"/>
                </a:solidFill>
              </a:rPr>
            </a:br>
            <a:endParaRPr lang="en-US" sz="1400" b="0">
              <a:solidFill>
                <a:schemeClr val="accent6"/>
              </a:solidFill>
            </a:endParaRPr>
          </a:p>
          <a:p>
            <a:pPr marL="0" indent="0">
              <a:buNone/>
            </a:pPr>
            <a:r>
              <a:rPr lang="en-US" sz="1400" b="1">
                <a:solidFill>
                  <a:schemeClr val="accent1"/>
                </a:solidFill>
              </a:rPr>
              <a:t>VP of Interoperability</a:t>
            </a:r>
          </a:p>
          <a:p>
            <a:pPr>
              <a:spcBef>
                <a:spcPts val="0"/>
              </a:spcBef>
            </a:pPr>
            <a:r>
              <a:rPr lang="en-US" sz="1400" b="0">
                <a:solidFill>
                  <a:schemeClr val="tx2"/>
                </a:solidFill>
              </a:rPr>
              <a:t>Interoperability Expert</a:t>
            </a:r>
          </a:p>
          <a:p>
            <a:pPr>
              <a:spcBef>
                <a:spcPts val="0"/>
              </a:spcBef>
            </a:pPr>
            <a:r>
              <a:rPr lang="en-US" sz="1400" b="0">
                <a:solidFill>
                  <a:schemeClr val="tx2"/>
                </a:solidFill>
              </a:rPr>
              <a:t>Healthcare exchange standards</a:t>
            </a:r>
          </a:p>
          <a:p>
            <a:pPr>
              <a:spcBef>
                <a:spcPts val="0"/>
              </a:spcBef>
            </a:pPr>
            <a:r>
              <a:rPr lang="en-US" sz="1400" b="0">
                <a:solidFill>
                  <a:schemeClr val="tx2"/>
                </a:solidFill>
              </a:rPr>
              <a:t>Media Interviews</a:t>
            </a:r>
            <a:br>
              <a:rPr lang="en-US" sz="1400" b="0">
                <a:solidFill>
                  <a:schemeClr val="tx2"/>
                </a:solidFill>
              </a:rPr>
            </a:br>
            <a:endParaRPr lang="en-US" sz="1400" b="0">
              <a:solidFill>
                <a:schemeClr val="accent6"/>
              </a:solidFill>
            </a:endParaRPr>
          </a:p>
          <a:p>
            <a:pPr marL="0" indent="0">
              <a:buNone/>
            </a:pPr>
            <a:r>
              <a:rPr lang="en-US" sz="1400" b="1">
                <a:solidFill>
                  <a:schemeClr val="accent1"/>
                </a:solidFill>
              </a:rPr>
              <a:t>VP of Marketing</a:t>
            </a:r>
          </a:p>
          <a:p>
            <a:pPr>
              <a:lnSpc>
                <a:spcPct val="100000"/>
              </a:lnSpc>
              <a:spcBef>
                <a:spcPts val="0"/>
              </a:spcBef>
            </a:pPr>
            <a:r>
              <a:rPr lang="en-US" sz="1400" b="0">
                <a:solidFill>
                  <a:schemeClr val="tx2"/>
                </a:solidFill>
              </a:rPr>
              <a:t>Public Relations/Media Interviews</a:t>
            </a:r>
          </a:p>
          <a:p>
            <a:pPr>
              <a:lnSpc>
                <a:spcPct val="100000"/>
              </a:lnSpc>
              <a:spcBef>
                <a:spcPts val="0"/>
              </a:spcBef>
            </a:pPr>
            <a:r>
              <a:rPr lang="en-US" sz="1400" b="0">
                <a:solidFill>
                  <a:schemeClr val="tx2"/>
                </a:solidFill>
              </a:rPr>
              <a:t>Content/Collateral </a:t>
            </a:r>
          </a:p>
          <a:p>
            <a:pPr>
              <a:lnSpc>
                <a:spcPct val="100000"/>
              </a:lnSpc>
              <a:spcBef>
                <a:spcPts val="0"/>
              </a:spcBef>
            </a:pPr>
            <a:r>
              <a:rPr lang="en-US" sz="1400" b="0">
                <a:solidFill>
                  <a:schemeClr val="tx2"/>
                </a:solidFill>
              </a:rPr>
              <a:t>Corporate Relations</a:t>
            </a:r>
          </a:p>
          <a:p>
            <a:pPr>
              <a:lnSpc>
                <a:spcPct val="100000"/>
              </a:lnSpc>
              <a:spcBef>
                <a:spcPts val="0"/>
              </a:spcBef>
            </a:pPr>
            <a:r>
              <a:rPr lang="en-US" sz="1400" b="0">
                <a:solidFill>
                  <a:schemeClr val="tx2"/>
                </a:solidFill>
              </a:rPr>
              <a:t>Product Marketing</a:t>
            </a:r>
          </a:p>
          <a:p>
            <a:pPr>
              <a:lnSpc>
                <a:spcPct val="100000"/>
              </a:lnSpc>
              <a:spcBef>
                <a:spcPts val="0"/>
              </a:spcBef>
            </a:pPr>
            <a:endParaRPr lang="en-US" sz="1400" b="0">
              <a:solidFill>
                <a:schemeClr val="accent6"/>
              </a:solidFill>
            </a:endParaRPr>
          </a:p>
          <a:p>
            <a:endParaRPr lang="en-US" sz="1400" b="0">
              <a:solidFill>
                <a:schemeClr val="accent6"/>
              </a:solidFill>
            </a:endParaRPr>
          </a:p>
          <a:p>
            <a:endParaRPr lang="en-US" sz="900" b="0">
              <a:solidFill>
                <a:schemeClr val="accent6"/>
              </a:solidFill>
            </a:endParaRPr>
          </a:p>
          <a:p>
            <a:pPr marL="0" indent="0">
              <a:buNone/>
            </a:pPr>
            <a:endParaRPr lang="en-US" sz="900" b="0">
              <a:solidFill>
                <a:schemeClr val="accent6"/>
              </a:solidFill>
            </a:endParaRPr>
          </a:p>
        </p:txBody>
      </p:sp>
    </p:spTree>
    <p:extLst>
      <p:ext uri="{BB962C8B-B14F-4D97-AF65-F5344CB8AC3E}">
        <p14:creationId xmlns:p14="http://schemas.microsoft.com/office/powerpoint/2010/main" val="2073017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Custom 5">
      <a:dk1>
        <a:srgbClr val="626362"/>
      </a:dk1>
      <a:lt1>
        <a:srgbClr val="FFFFFF"/>
      </a:lt1>
      <a:dk2>
        <a:srgbClr val="01248E"/>
      </a:dk2>
      <a:lt2>
        <a:srgbClr val="E3F3FB"/>
      </a:lt2>
      <a:accent1>
        <a:srgbClr val="19A7DE"/>
      </a:accent1>
      <a:accent2>
        <a:srgbClr val="005697"/>
      </a:accent2>
      <a:accent3>
        <a:srgbClr val="0B7DC2"/>
      </a:accent3>
      <a:accent4>
        <a:srgbClr val="FBC908"/>
      </a:accent4>
      <a:accent5>
        <a:srgbClr val="5B61F6"/>
      </a:accent5>
      <a:accent6>
        <a:srgbClr val="E7793C"/>
      </a:accent6>
      <a:hlink>
        <a:srgbClr val="5B61F6"/>
      </a:hlink>
      <a:folHlink>
        <a:srgbClr val="066BC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67d51e8d-52e1-4a06-82cc-0aed2557ea75">
      <Terms xmlns="http://schemas.microsoft.com/office/infopath/2007/PartnerControls"/>
    </lcf76f155ced4ddcb4097134ff3c332f>
    <TaxCatchAll xmlns="0d1e2d14-ad17-43f9-860a-38198d182a40" xsi:nil="true"/>
    <SharedWithUsers xmlns="0d1e2d14-ad17-43f9-860a-38198d182a40">
      <UserInfo>
        <DisplayName/>
        <AccountId xsi:nil="true"/>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C03C6D853D11045AE301A450B607036" ma:contentTypeVersion="16" ma:contentTypeDescription="Create a new document." ma:contentTypeScope="" ma:versionID="04d8999d253e88d4dd8045b23ffbd717">
  <xsd:schema xmlns:xsd="http://www.w3.org/2001/XMLSchema" xmlns:xs="http://www.w3.org/2001/XMLSchema" xmlns:p="http://schemas.microsoft.com/office/2006/metadata/properties" xmlns:ns1="http://schemas.microsoft.com/sharepoint/v3" xmlns:ns2="67d51e8d-52e1-4a06-82cc-0aed2557ea75" xmlns:ns3="0d1e2d14-ad17-43f9-860a-38198d182a40" targetNamespace="http://schemas.microsoft.com/office/2006/metadata/properties" ma:root="true" ma:fieldsID="5a22ddb223bc019614ab371bb0f94b53" ns1:_="" ns2:_="" ns3:_="">
    <xsd:import namespace="http://schemas.microsoft.com/sharepoint/v3"/>
    <xsd:import namespace="67d51e8d-52e1-4a06-82cc-0aed2557ea75"/>
    <xsd:import namespace="0d1e2d14-ad17-43f9-860a-38198d182a4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7d51e8d-52e1-4a06-82cc-0aed2557ea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e3b8895-2d8e-4bee-a371-2dbb1fc4b3f6"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d1e2d14-ad17-43f9-860a-38198d182a4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89c8e7e5-c65a-4d5b-8ae1-32061a14d20e}" ma:internalName="TaxCatchAll" ma:showField="CatchAllData" ma:web="0d1e2d14-ad17-43f9-860a-38198d182a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99F44E4-01B2-4703-B0E0-786CB8B3711C}">
  <ds:schemaRefs>
    <ds:schemaRef ds:uri="http://schemas.microsoft.com/sharepoint/v3/contenttype/forms"/>
  </ds:schemaRefs>
</ds:datastoreItem>
</file>

<file path=customXml/itemProps2.xml><?xml version="1.0" encoding="utf-8"?>
<ds:datastoreItem xmlns:ds="http://schemas.openxmlformats.org/officeDocument/2006/customXml" ds:itemID="{57820AB6-D95F-4CD6-A133-AAEBDB2694FF}">
  <ds:schemaRefs>
    <ds:schemaRef ds:uri="20990b60-f579-4d29-ab81-6e820261a96b"/>
    <ds:schemaRef ds:uri="2ff9d5ca-c40c-4791-a4df-95af93c9ea8e"/>
    <ds:schemaRef ds:uri="537df718-8cb4-4d3d-bfc8-8b2f8740fc02"/>
    <ds:schemaRef ds:uri="cdc05167-6cec-4c57-ac78-ecb95b70711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7376577-BDFB-4F91-9E83-931D9C395E6A}"/>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27</Slides>
  <Notes>1</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Kno2 Brand Guidelines  DO NOT EDIT THIS VERSION</vt:lpstr>
      <vt:lpstr>PowerPoint Presentation</vt:lpstr>
      <vt:lpstr>Kno2 Primary Logo</vt:lpstr>
      <vt:lpstr>PowerPoint Presentation</vt:lpstr>
      <vt:lpstr>Kno2 democratizes healthcare communication for all, enabling the secure, effortless, and maximized exchange of patient information.</vt:lpstr>
      <vt:lpstr>Color Palette: Accent</vt:lpstr>
      <vt:lpstr>Color Palette: Accent </vt:lpstr>
      <vt:lpstr>Brand Attribution Guidelines</vt:lpstr>
      <vt:lpstr>Color Palette: Support</vt:lpstr>
      <vt:lpstr>Brand Attribution Guidelines </vt:lpstr>
      <vt:lpstr>Private Label: Brand Attribution Guidelines</vt:lpstr>
      <vt:lpstr>Editorial Guidelines</vt:lpstr>
      <vt:lpstr>Editorial</vt:lpstr>
      <vt:lpstr>Editorial</vt:lpstr>
      <vt:lpstr>Kno2 Network Approved Brand Phrases</vt:lpstr>
      <vt:lpstr>Brand Adherence with Network Membership Organizations </vt:lpstr>
      <vt:lpstr>Brand Adherence with Membership Networks</vt:lpstr>
      <vt:lpstr>Carequality</vt:lpstr>
      <vt:lpstr>Carequality</vt:lpstr>
      <vt:lpstr>CommonWell Health Alliance®</vt:lpstr>
      <vt:lpstr>DirectTrust™</vt:lpstr>
      <vt:lpstr>DirectTrust Messaging Tips</vt:lpstr>
      <vt:lpstr>Logo Use</vt:lpstr>
      <vt:lpstr>Legal Guidelines</vt:lpstr>
      <vt:lpstr>Trademarks and Copyrights</vt:lpstr>
      <vt:lpstr>Resource Materials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Richard Lee</dc:creator>
  <cp:revision>7</cp:revision>
  <dcterms:created xsi:type="dcterms:W3CDTF">2020-12-14T04:12:57Z</dcterms:created>
  <dcterms:modified xsi:type="dcterms:W3CDTF">2024-05-09T15:49:09Z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0x010100CC03C6D853D11045AE301A450B607036</vt:lpwstr>
  </property>
  <property fmtid="{D5CDD505-2E9C-101B-9397-08002B2CF9AE}" pid="3" name="MediaServiceImageTags">
    <vt:lpwstr/>
  </property>
  <property fmtid="{D5CDD505-2E9C-101B-9397-08002B2CF9AE}" pid="4" name="Order">
    <vt:r8>1341000</vt:r8>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_ExtendedDescription">
    <vt:lpwstr/>
  </property>
  <property fmtid="{D5CDD505-2E9C-101B-9397-08002B2CF9AE}" pid="9" name="TriggerFlowInfo">
    <vt:lpwstr/>
  </property>
</Properties>
</file>